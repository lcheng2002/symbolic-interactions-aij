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3"/>
  </p:notesMasterIdLst>
  <p:sldIdLst>
    <p:sldId id="267" r:id="rId2"/>
  </p:sldIdLst>
  <p:sldSz cx="11160125" cy="11160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8C8"/>
    <a:srgbClr val="E8DAF6"/>
    <a:srgbClr val="D05149"/>
    <a:srgbClr val="FFEAEA"/>
    <a:srgbClr val="AB78B1"/>
    <a:srgbClr val="6D5C89"/>
    <a:srgbClr val="EDCBE4"/>
    <a:srgbClr val="F8FBF6"/>
    <a:srgbClr val="000000"/>
    <a:srgbClr val="D6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/>
    <p:restoredTop sz="94830"/>
  </p:normalViewPr>
  <p:slideViewPr>
    <p:cSldViewPr snapToGrid="0" showGuides="1">
      <p:cViewPr varScale="1">
        <p:scale>
          <a:sx n="72" d="100"/>
          <a:sy n="72" d="100"/>
        </p:scale>
        <p:origin x="2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01B5F-D214-954C-A123-850C55BED570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D2874-5CD2-0E44-B542-807B260A0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85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1pPr>
    <a:lvl2pPr marL="380162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2pPr>
    <a:lvl3pPr marL="760324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3pPr>
    <a:lvl4pPr marL="1140485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4pPr>
    <a:lvl5pPr marL="1520647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5pPr>
    <a:lvl6pPr marL="1900809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6pPr>
    <a:lvl7pPr marL="2280971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7pPr>
    <a:lvl8pPr marL="2661133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8pPr>
    <a:lvl9pPr marL="3041294" algn="l" defTabSz="76032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1209-DA4A-014C-BEB5-42B35C45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A3419F-F2BB-6537-9641-62A53535B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FD24C-E187-B419-B0C2-CEAFC08C2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6D431-E836-76D4-61E3-DE8BFE815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D9A6E-7662-D24E-8A17-E36834E4D26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487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010" y="1826438"/>
            <a:ext cx="9486106" cy="3885377"/>
          </a:xfrm>
        </p:spPr>
        <p:txBody>
          <a:bodyPr anchor="b"/>
          <a:lstStyle>
            <a:lvl1pPr algn="ctr">
              <a:defRPr sz="732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5861650"/>
            <a:ext cx="8370094" cy="2694446"/>
          </a:xfrm>
        </p:spPr>
        <p:txBody>
          <a:bodyPr/>
          <a:lstStyle>
            <a:lvl1pPr marL="0" indent="0" algn="ctr">
              <a:buNone/>
              <a:defRPr sz="2929"/>
            </a:lvl1pPr>
            <a:lvl2pPr marL="558013" indent="0" algn="ctr">
              <a:buNone/>
              <a:defRPr sz="2441"/>
            </a:lvl2pPr>
            <a:lvl3pPr marL="1116025" indent="0" algn="ctr">
              <a:buNone/>
              <a:defRPr sz="2197"/>
            </a:lvl3pPr>
            <a:lvl4pPr marL="1674038" indent="0" algn="ctr">
              <a:buNone/>
              <a:defRPr sz="1953"/>
            </a:lvl4pPr>
            <a:lvl5pPr marL="2232050" indent="0" algn="ctr">
              <a:buNone/>
              <a:defRPr sz="1953"/>
            </a:lvl5pPr>
            <a:lvl6pPr marL="2790063" indent="0" algn="ctr">
              <a:buNone/>
              <a:defRPr sz="1953"/>
            </a:lvl6pPr>
            <a:lvl7pPr marL="3348076" indent="0" algn="ctr">
              <a:buNone/>
              <a:defRPr sz="1953"/>
            </a:lvl7pPr>
            <a:lvl8pPr marL="3906088" indent="0" algn="ctr">
              <a:buNone/>
              <a:defRPr sz="1953"/>
            </a:lvl8pPr>
            <a:lvl9pPr marL="4464101" indent="0" algn="ctr">
              <a:buNone/>
              <a:defRPr sz="195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569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064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7" y="2782285"/>
            <a:ext cx="9625608" cy="4642301"/>
          </a:xfrm>
        </p:spPr>
        <p:txBody>
          <a:bodyPr anchor="b"/>
          <a:lstStyle>
            <a:lvl1pPr>
              <a:defRPr sz="732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7" y="7468503"/>
            <a:ext cx="9625608" cy="2441277"/>
          </a:xfrm>
        </p:spPr>
        <p:txBody>
          <a:bodyPr/>
          <a:lstStyle>
            <a:lvl1pPr marL="0" indent="0">
              <a:buNone/>
              <a:defRPr sz="2929">
                <a:solidFill>
                  <a:schemeClr val="tx1"/>
                </a:solidFill>
              </a:defRPr>
            </a:lvl1pPr>
            <a:lvl2pPr marL="558013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2pPr>
            <a:lvl3pPr marL="1116025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3pPr>
            <a:lvl4pPr marL="1674038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4pPr>
            <a:lvl5pPr marL="223205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5pPr>
            <a:lvl6pPr marL="2790063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6pPr>
            <a:lvl7pPr marL="3348076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7pPr>
            <a:lvl8pPr marL="3906088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8pPr>
            <a:lvl9pPr marL="4464101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407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2970867"/>
            <a:ext cx="4743053" cy="70809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2970867"/>
            <a:ext cx="4743053" cy="70809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47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594176"/>
            <a:ext cx="9625608" cy="21571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4" y="2735782"/>
            <a:ext cx="4721255" cy="1340764"/>
          </a:xfrm>
        </p:spPr>
        <p:txBody>
          <a:bodyPr anchor="b"/>
          <a:lstStyle>
            <a:lvl1pPr marL="0" indent="0">
              <a:buNone/>
              <a:defRPr sz="2929" b="1"/>
            </a:lvl1pPr>
            <a:lvl2pPr marL="558013" indent="0">
              <a:buNone/>
              <a:defRPr sz="2441" b="1"/>
            </a:lvl2pPr>
            <a:lvl3pPr marL="1116025" indent="0">
              <a:buNone/>
              <a:defRPr sz="2197" b="1"/>
            </a:lvl3pPr>
            <a:lvl4pPr marL="1674038" indent="0">
              <a:buNone/>
              <a:defRPr sz="1953" b="1"/>
            </a:lvl4pPr>
            <a:lvl5pPr marL="2232050" indent="0">
              <a:buNone/>
              <a:defRPr sz="1953" b="1"/>
            </a:lvl5pPr>
            <a:lvl6pPr marL="2790063" indent="0">
              <a:buNone/>
              <a:defRPr sz="1953" b="1"/>
            </a:lvl6pPr>
            <a:lvl7pPr marL="3348076" indent="0">
              <a:buNone/>
              <a:defRPr sz="1953" b="1"/>
            </a:lvl7pPr>
            <a:lvl8pPr marL="3906088" indent="0">
              <a:buNone/>
              <a:defRPr sz="1953" b="1"/>
            </a:lvl8pPr>
            <a:lvl9pPr marL="4464101" indent="0">
              <a:buNone/>
              <a:defRPr sz="195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4" y="4076545"/>
            <a:ext cx="4721255" cy="5995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4" y="2735782"/>
            <a:ext cx="4744507" cy="1340764"/>
          </a:xfrm>
        </p:spPr>
        <p:txBody>
          <a:bodyPr anchor="b"/>
          <a:lstStyle>
            <a:lvl1pPr marL="0" indent="0">
              <a:buNone/>
              <a:defRPr sz="2929" b="1"/>
            </a:lvl1pPr>
            <a:lvl2pPr marL="558013" indent="0">
              <a:buNone/>
              <a:defRPr sz="2441" b="1"/>
            </a:lvl2pPr>
            <a:lvl3pPr marL="1116025" indent="0">
              <a:buNone/>
              <a:defRPr sz="2197" b="1"/>
            </a:lvl3pPr>
            <a:lvl4pPr marL="1674038" indent="0">
              <a:buNone/>
              <a:defRPr sz="1953" b="1"/>
            </a:lvl4pPr>
            <a:lvl5pPr marL="2232050" indent="0">
              <a:buNone/>
              <a:defRPr sz="1953" b="1"/>
            </a:lvl5pPr>
            <a:lvl6pPr marL="2790063" indent="0">
              <a:buNone/>
              <a:defRPr sz="1953" b="1"/>
            </a:lvl6pPr>
            <a:lvl7pPr marL="3348076" indent="0">
              <a:buNone/>
              <a:defRPr sz="1953" b="1"/>
            </a:lvl7pPr>
            <a:lvl8pPr marL="3906088" indent="0">
              <a:buNone/>
              <a:defRPr sz="1953" b="1"/>
            </a:lvl8pPr>
            <a:lvl9pPr marL="4464101" indent="0">
              <a:buNone/>
              <a:defRPr sz="195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4" y="4076545"/>
            <a:ext cx="4744507" cy="5995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275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252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743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744008"/>
            <a:ext cx="3599431" cy="2604029"/>
          </a:xfrm>
        </p:spPr>
        <p:txBody>
          <a:bodyPr anchor="b"/>
          <a:lstStyle>
            <a:lvl1pPr>
              <a:defRPr sz="390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1606854"/>
            <a:ext cx="5649813" cy="7930922"/>
          </a:xfrm>
        </p:spPr>
        <p:txBody>
          <a:bodyPr/>
          <a:lstStyle>
            <a:lvl1pPr>
              <a:defRPr sz="3906"/>
            </a:lvl1pPr>
            <a:lvl2pPr>
              <a:defRPr sz="3417"/>
            </a:lvl2pPr>
            <a:lvl3pPr>
              <a:defRPr sz="2929"/>
            </a:lvl3pPr>
            <a:lvl4pPr>
              <a:defRPr sz="2441"/>
            </a:lvl4pPr>
            <a:lvl5pPr>
              <a:defRPr sz="2441"/>
            </a:lvl5pPr>
            <a:lvl6pPr>
              <a:defRPr sz="2441"/>
            </a:lvl6pPr>
            <a:lvl7pPr>
              <a:defRPr sz="2441"/>
            </a:lvl7pPr>
            <a:lvl8pPr>
              <a:defRPr sz="2441"/>
            </a:lvl8pPr>
            <a:lvl9pPr>
              <a:defRPr sz="244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3348037"/>
            <a:ext cx="3599431" cy="6202654"/>
          </a:xfrm>
        </p:spPr>
        <p:txBody>
          <a:bodyPr/>
          <a:lstStyle>
            <a:lvl1pPr marL="0" indent="0">
              <a:buNone/>
              <a:defRPr sz="1953"/>
            </a:lvl1pPr>
            <a:lvl2pPr marL="558013" indent="0">
              <a:buNone/>
              <a:defRPr sz="1709"/>
            </a:lvl2pPr>
            <a:lvl3pPr marL="1116025" indent="0">
              <a:buNone/>
              <a:defRPr sz="1465"/>
            </a:lvl3pPr>
            <a:lvl4pPr marL="1674038" indent="0">
              <a:buNone/>
              <a:defRPr sz="1221"/>
            </a:lvl4pPr>
            <a:lvl5pPr marL="2232050" indent="0">
              <a:buNone/>
              <a:defRPr sz="1221"/>
            </a:lvl5pPr>
            <a:lvl6pPr marL="2790063" indent="0">
              <a:buNone/>
              <a:defRPr sz="1221"/>
            </a:lvl6pPr>
            <a:lvl7pPr marL="3348076" indent="0">
              <a:buNone/>
              <a:defRPr sz="1221"/>
            </a:lvl7pPr>
            <a:lvl8pPr marL="3906088" indent="0">
              <a:buNone/>
              <a:defRPr sz="1221"/>
            </a:lvl8pPr>
            <a:lvl9pPr marL="4464101" indent="0">
              <a:buNone/>
              <a:defRPr sz="122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345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744008"/>
            <a:ext cx="3599431" cy="2604029"/>
          </a:xfrm>
        </p:spPr>
        <p:txBody>
          <a:bodyPr anchor="b"/>
          <a:lstStyle>
            <a:lvl1pPr>
              <a:defRPr sz="390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1606854"/>
            <a:ext cx="5649813" cy="7930922"/>
          </a:xfrm>
        </p:spPr>
        <p:txBody>
          <a:bodyPr anchor="t"/>
          <a:lstStyle>
            <a:lvl1pPr marL="0" indent="0">
              <a:buNone/>
              <a:defRPr sz="3906"/>
            </a:lvl1pPr>
            <a:lvl2pPr marL="558013" indent="0">
              <a:buNone/>
              <a:defRPr sz="3417"/>
            </a:lvl2pPr>
            <a:lvl3pPr marL="1116025" indent="0">
              <a:buNone/>
              <a:defRPr sz="2929"/>
            </a:lvl3pPr>
            <a:lvl4pPr marL="1674038" indent="0">
              <a:buNone/>
              <a:defRPr sz="2441"/>
            </a:lvl4pPr>
            <a:lvl5pPr marL="2232050" indent="0">
              <a:buNone/>
              <a:defRPr sz="2441"/>
            </a:lvl5pPr>
            <a:lvl6pPr marL="2790063" indent="0">
              <a:buNone/>
              <a:defRPr sz="2441"/>
            </a:lvl6pPr>
            <a:lvl7pPr marL="3348076" indent="0">
              <a:buNone/>
              <a:defRPr sz="2441"/>
            </a:lvl7pPr>
            <a:lvl8pPr marL="3906088" indent="0">
              <a:buNone/>
              <a:defRPr sz="2441"/>
            </a:lvl8pPr>
            <a:lvl9pPr marL="4464101" indent="0">
              <a:buNone/>
              <a:defRPr sz="244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3348037"/>
            <a:ext cx="3599431" cy="6202654"/>
          </a:xfrm>
        </p:spPr>
        <p:txBody>
          <a:bodyPr/>
          <a:lstStyle>
            <a:lvl1pPr marL="0" indent="0">
              <a:buNone/>
              <a:defRPr sz="1953"/>
            </a:lvl1pPr>
            <a:lvl2pPr marL="558013" indent="0">
              <a:buNone/>
              <a:defRPr sz="1709"/>
            </a:lvl2pPr>
            <a:lvl3pPr marL="1116025" indent="0">
              <a:buNone/>
              <a:defRPr sz="1465"/>
            </a:lvl3pPr>
            <a:lvl4pPr marL="1674038" indent="0">
              <a:buNone/>
              <a:defRPr sz="1221"/>
            </a:lvl4pPr>
            <a:lvl5pPr marL="2232050" indent="0">
              <a:buNone/>
              <a:defRPr sz="1221"/>
            </a:lvl5pPr>
            <a:lvl6pPr marL="2790063" indent="0">
              <a:buNone/>
              <a:defRPr sz="1221"/>
            </a:lvl6pPr>
            <a:lvl7pPr marL="3348076" indent="0">
              <a:buNone/>
              <a:defRPr sz="1221"/>
            </a:lvl7pPr>
            <a:lvl8pPr marL="3906088" indent="0">
              <a:buNone/>
              <a:defRPr sz="1221"/>
            </a:lvl8pPr>
            <a:lvl9pPr marL="4464101" indent="0">
              <a:buNone/>
              <a:defRPr sz="122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15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424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5" y="594173"/>
            <a:ext cx="2406402" cy="945769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594173"/>
            <a:ext cx="7079704" cy="94576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006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594176"/>
            <a:ext cx="9625608" cy="2157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2970867"/>
            <a:ext cx="9625608" cy="708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10343785"/>
            <a:ext cx="2511028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10343785"/>
            <a:ext cx="3766542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10343785"/>
            <a:ext cx="2511028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621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116025" rtl="0" eaLnBrk="1" latinLnBrk="0" hangingPunct="1">
        <a:lnSpc>
          <a:spcPct val="90000"/>
        </a:lnSpc>
        <a:spcBef>
          <a:spcPct val="0"/>
        </a:spcBef>
        <a:buNone/>
        <a:defRPr sz="53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006" indent="-279006" algn="l" defTabSz="1116025" rtl="0" eaLnBrk="1" latinLnBrk="0" hangingPunct="1">
        <a:lnSpc>
          <a:spcPct val="90000"/>
        </a:lnSpc>
        <a:spcBef>
          <a:spcPts val="1221"/>
        </a:spcBef>
        <a:buFont typeface="Arial" panose="020B0604020202020204" pitchFamily="34" charset="0"/>
        <a:buChar char="•"/>
        <a:defRPr sz="3417" kern="1200">
          <a:solidFill>
            <a:schemeClr val="tx1"/>
          </a:solidFill>
          <a:latin typeface="+mn-lt"/>
          <a:ea typeface="+mn-ea"/>
          <a:cs typeface="+mn-cs"/>
        </a:defRPr>
      </a:lvl1pPr>
      <a:lvl2pPr marL="837019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2pPr>
      <a:lvl3pPr marL="1395032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441" kern="1200">
          <a:solidFill>
            <a:schemeClr val="tx1"/>
          </a:solidFill>
          <a:latin typeface="+mn-lt"/>
          <a:ea typeface="+mn-ea"/>
          <a:cs typeface="+mn-cs"/>
        </a:defRPr>
      </a:lvl3pPr>
      <a:lvl4pPr marL="1953044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4pPr>
      <a:lvl5pPr marL="2511057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5pPr>
      <a:lvl6pPr marL="3069069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6pPr>
      <a:lvl7pPr marL="3627082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7pPr>
      <a:lvl8pPr marL="4185095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8pPr>
      <a:lvl9pPr marL="4743107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1pPr>
      <a:lvl2pPr marL="558013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116025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3pPr>
      <a:lvl4pPr marL="1674038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4pPr>
      <a:lvl5pPr marL="2232050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5pPr>
      <a:lvl6pPr marL="2790063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6pPr>
      <a:lvl7pPr marL="3348076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7pPr>
      <a:lvl8pPr marL="3906088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8pPr>
      <a:lvl9pPr marL="4464101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96C1-5CA1-800E-05AB-A316C047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C7D25618-FC4E-C731-CAF0-50DB5365C55D}"/>
              </a:ext>
            </a:extLst>
          </p:cNvPr>
          <p:cNvSpPr/>
          <p:nvPr/>
        </p:nvSpPr>
        <p:spPr>
          <a:xfrm>
            <a:off x="8226955" y="378808"/>
            <a:ext cx="1601797" cy="10771901"/>
          </a:xfrm>
          <a:prstGeom prst="rect">
            <a:avLst/>
          </a:prstGeom>
          <a:solidFill>
            <a:srgbClr val="FEC8C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EA4651B-5875-2F8C-D782-E59BE09183D5}"/>
              </a:ext>
            </a:extLst>
          </p:cNvPr>
          <p:cNvSpPr/>
          <p:nvPr/>
        </p:nvSpPr>
        <p:spPr>
          <a:xfrm>
            <a:off x="6554475" y="378808"/>
            <a:ext cx="1672481" cy="10771903"/>
          </a:xfrm>
          <a:prstGeom prst="rect">
            <a:avLst/>
          </a:prstGeom>
          <a:solidFill>
            <a:srgbClr val="E8DAF6">
              <a:alpha val="7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DA469FD3-7994-0474-873A-A64716DBA814}"/>
              </a:ext>
            </a:extLst>
          </p:cNvPr>
          <p:cNvSpPr/>
          <p:nvPr/>
        </p:nvSpPr>
        <p:spPr>
          <a:xfrm>
            <a:off x="4774897" y="378808"/>
            <a:ext cx="1601797" cy="10771901"/>
          </a:xfrm>
          <a:prstGeom prst="rect">
            <a:avLst/>
          </a:prstGeom>
          <a:solidFill>
            <a:srgbClr val="FEC8C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ABE7D72-A5B3-A141-3524-3AAA3E2693AD}"/>
              </a:ext>
            </a:extLst>
          </p:cNvPr>
          <p:cNvSpPr/>
          <p:nvPr/>
        </p:nvSpPr>
        <p:spPr>
          <a:xfrm>
            <a:off x="3102937" y="378808"/>
            <a:ext cx="1671703" cy="10771903"/>
          </a:xfrm>
          <a:prstGeom prst="rect">
            <a:avLst/>
          </a:prstGeom>
          <a:solidFill>
            <a:srgbClr val="E8DAF6">
              <a:alpha val="7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220F74-21FB-AD73-76B1-F863387BC964}"/>
              </a:ext>
            </a:extLst>
          </p:cNvPr>
          <p:cNvSpPr/>
          <p:nvPr/>
        </p:nvSpPr>
        <p:spPr>
          <a:xfrm>
            <a:off x="112962" y="-27783"/>
            <a:ext cx="2740347" cy="574492"/>
          </a:xfrm>
          <a:prstGeom prst="rect">
            <a:avLst/>
          </a:prstGeom>
          <a:solidFill>
            <a:schemeClr val="accent4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759DC5F-3882-6F06-4E44-C301FE5EB70C}"/>
                  </a:ext>
                </a:extLst>
              </p:cNvPr>
              <p:cNvSpPr txBox="1"/>
              <p:nvPr/>
            </p:nvSpPr>
            <p:spPr>
              <a:xfrm>
                <a:off x="241033" y="-13931"/>
                <a:ext cx="2589958" cy="57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900"/>
                  </a:lnSpc>
                </a:pP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﻿Distribution of </a:t>
                </a:r>
                <a:r>
                  <a:rPr kumimoji="1" lang="en-US" altLang="zh-CN" sz="1600" b="1" dirty="0">
                    <a:solidFill>
                      <a:schemeClr val="accent4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>
                  <a:lnSpc>
                    <a:spcPts val="1900"/>
                  </a:lnSpc>
                </a:pP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interactions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,+</m:t>
                        </m:r>
                      </m:sup>
                    </m:sSubSup>
                  </m:oMath>
                </a14:m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,−</m:t>
                        </m:r>
                      </m:sup>
                    </m:sSubSup>
                  </m:oMath>
                </a14:m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759DC5F-3882-6F06-4E44-C301FE5EB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33" y="-13931"/>
                <a:ext cx="2589958" cy="579646"/>
              </a:xfrm>
              <a:prstGeom prst="rect">
                <a:avLst/>
              </a:prstGeom>
              <a:blipFill>
                <a:blip r:embed="rId3"/>
                <a:stretch>
                  <a:fillRect l="-2941" t="-6522" r="-2941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D0AC5056-5464-E9DD-56EA-A75B66304BB5}"/>
              </a:ext>
            </a:extLst>
          </p:cNvPr>
          <p:cNvSpPr/>
          <p:nvPr/>
        </p:nvSpPr>
        <p:spPr>
          <a:xfrm>
            <a:off x="6547392" y="-8467"/>
            <a:ext cx="3275045" cy="370939"/>
          </a:xfrm>
          <a:prstGeom prst="rect">
            <a:avLst/>
          </a:prstGeom>
          <a:solidFill>
            <a:schemeClr val="accent2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A45C60-7286-DE82-CCE2-8E06973F67F4}"/>
              </a:ext>
            </a:extLst>
          </p:cNvPr>
          <p:cNvSpPr/>
          <p:nvPr/>
        </p:nvSpPr>
        <p:spPr>
          <a:xfrm>
            <a:off x="3102925" y="-13447"/>
            <a:ext cx="3275044" cy="370939"/>
          </a:xfrm>
          <a:prstGeom prst="rect">
            <a:avLst/>
          </a:prstGeom>
          <a:solidFill>
            <a:schemeClr val="accent6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862EC8E-6B44-2D99-7F04-065AB9786366}"/>
              </a:ext>
            </a:extLst>
          </p:cNvPr>
          <p:cNvSpPr txBox="1"/>
          <p:nvPr/>
        </p:nvSpPr>
        <p:spPr>
          <a:xfrm>
            <a:off x="2730715" y="-5964"/>
            <a:ext cx="3962519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Distri. of 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Generalizable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interactions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BB03E3D-88D0-1DF4-C160-B997A7A70268}"/>
              </a:ext>
            </a:extLst>
          </p:cNvPr>
          <p:cNvSpPr txBox="1"/>
          <p:nvPr/>
        </p:nvSpPr>
        <p:spPr>
          <a:xfrm>
            <a:off x="6447085" y="-5964"/>
            <a:ext cx="350540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Distri. of 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Non-general.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interactions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F6AA79B-B576-1F16-7DAC-6C01A9A01838}"/>
              </a:ext>
            </a:extLst>
          </p:cNvPr>
          <p:cNvSpPr txBox="1"/>
          <p:nvPr/>
        </p:nvSpPr>
        <p:spPr>
          <a:xfrm>
            <a:off x="3760957" y="321972"/>
            <a:ext cx="67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AB78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endParaRPr lang="zh-CN" altLang="en-US" sz="1600" b="1" dirty="0">
              <a:solidFill>
                <a:srgbClr val="AB78B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48BC31E-227F-0E25-5B2E-BE2000537B8F}"/>
              </a:ext>
            </a:extLst>
          </p:cNvPr>
          <p:cNvSpPr txBox="1"/>
          <p:nvPr/>
        </p:nvSpPr>
        <p:spPr>
          <a:xfrm>
            <a:off x="4953051" y="313302"/>
            <a:ext cx="1289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D051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</a:t>
            </a:r>
            <a:endParaRPr lang="zh-CN" altLang="en-US" sz="1600" b="1" dirty="0">
              <a:solidFill>
                <a:srgbClr val="D051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1BFB0C5-55CD-E2B0-9698-6D6F9B8BCABC}"/>
              </a:ext>
            </a:extLst>
          </p:cNvPr>
          <p:cNvSpPr txBox="1"/>
          <p:nvPr/>
        </p:nvSpPr>
        <p:spPr>
          <a:xfrm>
            <a:off x="7208090" y="330383"/>
            <a:ext cx="707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AB78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endParaRPr lang="zh-CN" altLang="en-US" sz="1600" b="1" dirty="0">
              <a:solidFill>
                <a:srgbClr val="AB78B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5B9615F-1142-BA12-3FCC-AE5AEA268506}"/>
              </a:ext>
            </a:extLst>
          </p:cNvPr>
          <p:cNvSpPr txBox="1"/>
          <p:nvPr/>
        </p:nvSpPr>
        <p:spPr>
          <a:xfrm>
            <a:off x="8400184" y="321722"/>
            <a:ext cx="1299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D051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</a:t>
            </a:r>
            <a:endParaRPr lang="zh-CN" altLang="en-US" sz="1600" b="1" dirty="0">
              <a:solidFill>
                <a:srgbClr val="D051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9EA38F4-E4E6-275B-FF38-7F036058855E}"/>
              </a:ext>
            </a:extLst>
          </p:cNvPr>
          <p:cNvSpPr txBox="1"/>
          <p:nvPr/>
        </p:nvSpPr>
        <p:spPr>
          <a:xfrm>
            <a:off x="2816007" y="-226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=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D87DC78-AFC7-CC97-FE72-24CCEF68D304}"/>
              </a:ext>
            </a:extLst>
          </p:cNvPr>
          <p:cNvSpPr txBox="1"/>
          <p:nvPr/>
        </p:nvSpPr>
        <p:spPr>
          <a:xfrm>
            <a:off x="6295500" y="-226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+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1B4C996-9D75-75BD-2EA7-8EDD7F8A4E64}"/>
              </a:ext>
            </a:extLst>
          </p:cNvPr>
          <p:cNvSpPr txBox="1"/>
          <p:nvPr/>
        </p:nvSpPr>
        <p:spPr>
          <a:xfrm>
            <a:off x="0" y="1986417"/>
            <a:ext cx="1456842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0DE9A85-3153-7AD7-12C9-C77F0299FDFB}"/>
              </a:ext>
            </a:extLst>
          </p:cNvPr>
          <p:cNvSpPr txBox="1"/>
          <p:nvPr/>
        </p:nvSpPr>
        <p:spPr>
          <a:xfrm>
            <a:off x="121663" y="3155643"/>
            <a:ext cx="1213516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VGG-11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7C6A7BB-07D4-EC15-69D5-6C78AA4480B1}"/>
              </a:ext>
            </a:extLst>
          </p:cNvPr>
          <p:cNvSpPr txBox="1"/>
          <p:nvPr/>
        </p:nvSpPr>
        <p:spPr>
          <a:xfrm>
            <a:off x="116714" y="817191"/>
            <a:ext cx="1223414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MNIST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A62F3AC-43E8-A1B1-6FC6-02D7A5134ED0}"/>
              </a:ext>
            </a:extLst>
          </p:cNvPr>
          <p:cNvSpPr txBox="1"/>
          <p:nvPr/>
        </p:nvSpPr>
        <p:spPr>
          <a:xfrm>
            <a:off x="38747" y="5494095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Bert-Base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F05DD68-8669-E24B-5477-0E149AE08F91}"/>
              </a:ext>
            </a:extLst>
          </p:cNvPr>
          <p:cNvSpPr txBox="1"/>
          <p:nvPr/>
        </p:nvSpPr>
        <p:spPr>
          <a:xfrm>
            <a:off x="38747" y="4324869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Bert-Medium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37A42AE-B486-9AD0-5C11-8D81167B4F1D}"/>
              </a:ext>
            </a:extLst>
          </p:cNvPr>
          <p:cNvSpPr txBox="1"/>
          <p:nvPr/>
        </p:nvSpPr>
        <p:spPr>
          <a:xfrm>
            <a:off x="0" y="6663321"/>
            <a:ext cx="1456842" cy="661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Qwen2.5-7B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379C5A-6D54-DB8E-16B7-E58FCDFC7C01}"/>
              </a:ext>
            </a:extLst>
          </p:cNvPr>
          <p:cNvSpPr txBox="1"/>
          <p:nvPr/>
        </p:nvSpPr>
        <p:spPr>
          <a:xfrm>
            <a:off x="60832" y="7838446"/>
            <a:ext cx="133517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Llama-3-8B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FA1EF43-4C00-7A13-8C68-5E91276389B8}"/>
              </a:ext>
            </a:extLst>
          </p:cNvPr>
          <p:cNvSpPr txBox="1"/>
          <p:nvPr/>
        </p:nvSpPr>
        <p:spPr>
          <a:xfrm>
            <a:off x="38747" y="10182795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Phi-4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-14B</a:t>
            </a: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A9F61CB-8502-882F-432F-AA1CE76DA59F}"/>
              </a:ext>
            </a:extLst>
          </p:cNvPr>
          <p:cNvSpPr txBox="1"/>
          <p:nvPr/>
        </p:nvSpPr>
        <p:spPr>
          <a:xfrm>
            <a:off x="38747" y="9007672"/>
            <a:ext cx="1379349" cy="661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GLM-Z1-9B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86572DED-3EA3-AA1D-C177-2D49163B99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93062" y="574425"/>
            <a:ext cx="9612003" cy="105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4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5685</TotalTime>
  <Words>68</Words>
  <Application>Microsoft Macintosh PowerPoint</Application>
  <PresentationFormat>自定义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磊 程</cp:lastModifiedBy>
  <cp:revision>27</cp:revision>
  <dcterms:created xsi:type="dcterms:W3CDTF">2025-05-09T11:40:48Z</dcterms:created>
  <dcterms:modified xsi:type="dcterms:W3CDTF">2026-07-13T01:19:04Z</dcterms:modified>
</cp:coreProperties>
</file>
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"/>
  </p:notesMasterIdLst>
  <p:sldIdLst>
    <p:sldId id="267" r:id="rId2"/>
  </p:sldIdLst>
  <p:sldSz cx="12060238" cy="1043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E0B4"/>
    <a:srgbClr val="F8CBAD"/>
    <a:srgbClr val="F8FBF6"/>
    <a:srgbClr val="000000"/>
    <a:srgbClr val="D62D1F"/>
    <a:srgbClr val="008744"/>
    <a:srgbClr val="75B74C"/>
    <a:srgbClr val="D0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1"/>
    <p:restoredTop sz="94966"/>
  </p:normalViewPr>
  <p:slideViewPr>
    <p:cSldViewPr snapToGrid="0" showGuides="1">
      <p:cViewPr varScale="1">
        <p:scale>
          <a:sx n="77" d="100"/>
          <a:sy n="77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01B5F-D214-954C-A123-850C55BED570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46238" y="1143000"/>
            <a:ext cx="3565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D2874-5CD2-0E44-B542-807B260A0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485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1pPr>
    <a:lvl2pPr marL="401282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2pPr>
    <a:lvl3pPr marL="802564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3pPr>
    <a:lvl4pPr marL="1203846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4pPr>
    <a:lvl5pPr marL="1605129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5pPr>
    <a:lvl6pPr marL="2006410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6pPr>
    <a:lvl7pPr marL="2407692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7pPr>
    <a:lvl8pPr marL="2808974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8pPr>
    <a:lvl9pPr marL="3210256" algn="l" defTabSz="802564" rtl="0" eaLnBrk="1" latinLnBrk="0" hangingPunct="1">
      <a:defRPr sz="105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25A4-E59D-DA9F-72A1-45505B1D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B2166D-78E6-17E2-12AB-8327C6AF9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46238" y="1143000"/>
            <a:ext cx="35655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E73EC-9968-303E-1A1E-518637087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097777-054A-2E30-7B3C-6A7E02F2F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D2874-5CD2-0E44-B542-807B260A03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9447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4518" y="1708486"/>
            <a:ext cx="10251202" cy="3634458"/>
          </a:xfrm>
        </p:spPr>
        <p:txBody>
          <a:bodyPr anchor="b"/>
          <a:lstStyle>
            <a:lvl1pPr algn="ctr">
              <a:defRPr sz="791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530" y="5483102"/>
            <a:ext cx="9045179" cy="2520438"/>
          </a:xfrm>
        </p:spPr>
        <p:txBody>
          <a:bodyPr/>
          <a:lstStyle>
            <a:lvl1pPr marL="0" indent="0" algn="ctr">
              <a:buNone/>
              <a:defRPr sz="3165"/>
            </a:lvl1pPr>
            <a:lvl2pPr marL="603001" indent="0" algn="ctr">
              <a:buNone/>
              <a:defRPr sz="2638"/>
            </a:lvl2pPr>
            <a:lvl3pPr marL="1206002" indent="0" algn="ctr">
              <a:buNone/>
              <a:defRPr sz="2374"/>
            </a:lvl3pPr>
            <a:lvl4pPr marL="1809003" indent="0" algn="ctr">
              <a:buNone/>
              <a:defRPr sz="2110"/>
            </a:lvl4pPr>
            <a:lvl5pPr marL="2412004" indent="0" algn="ctr">
              <a:buNone/>
              <a:defRPr sz="2110"/>
            </a:lvl5pPr>
            <a:lvl6pPr marL="3015005" indent="0" algn="ctr">
              <a:buNone/>
              <a:defRPr sz="2110"/>
            </a:lvl6pPr>
            <a:lvl7pPr marL="3618006" indent="0" algn="ctr">
              <a:buNone/>
              <a:defRPr sz="2110"/>
            </a:lvl7pPr>
            <a:lvl8pPr marL="4221008" indent="0" algn="ctr">
              <a:buNone/>
              <a:defRPr sz="2110"/>
            </a:lvl8pPr>
            <a:lvl9pPr marL="4824009" indent="0" algn="ctr">
              <a:buNone/>
              <a:defRPr sz="21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255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57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61" y="2602603"/>
            <a:ext cx="10401955" cy="4342500"/>
          </a:xfrm>
        </p:spPr>
        <p:txBody>
          <a:bodyPr anchor="b"/>
          <a:lstStyle>
            <a:lvl1pPr>
              <a:defRPr sz="791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861" y="6986185"/>
            <a:ext cx="10401955" cy="2283618"/>
          </a:xfrm>
        </p:spPr>
        <p:txBody>
          <a:bodyPr/>
          <a:lstStyle>
            <a:lvl1pPr marL="0" indent="0">
              <a:buNone/>
              <a:defRPr sz="3165">
                <a:solidFill>
                  <a:schemeClr val="tx1"/>
                </a:solidFill>
              </a:defRPr>
            </a:lvl1pPr>
            <a:lvl2pPr marL="60300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2pPr>
            <a:lvl3pPr marL="1206002" indent="0">
              <a:buNone/>
              <a:defRPr sz="2374">
                <a:solidFill>
                  <a:schemeClr val="tx1">
                    <a:tint val="75000"/>
                  </a:schemeClr>
                </a:solidFill>
              </a:defRPr>
            </a:lvl3pPr>
            <a:lvl4pPr marL="1809003" indent="0">
              <a:buNone/>
              <a:defRPr sz="2110">
                <a:solidFill>
                  <a:schemeClr val="tx1">
                    <a:tint val="75000"/>
                  </a:schemeClr>
                </a:solidFill>
              </a:defRPr>
            </a:lvl4pPr>
            <a:lvl5pPr marL="2412004" indent="0">
              <a:buNone/>
              <a:defRPr sz="2110">
                <a:solidFill>
                  <a:schemeClr val="tx1">
                    <a:tint val="75000"/>
                  </a:schemeClr>
                </a:solidFill>
              </a:defRPr>
            </a:lvl5pPr>
            <a:lvl6pPr marL="3015005" indent="0">
              <a:buNone/>
              <a:defRPr sz="2110">
                <a:solidFill>
                  <a:schemeClr val="tx1">
                    <a:tint val="75000"/>
                  </a:schemeClr>
                </a:solidFill>
              </a:defRPr>
            </a:lvl6pPr>
            <a:lvl7pPr marL="3618006" indent="0">
              <a:buNone/>
              <a:defRPr sz="2110">
                <a:solidFill>
                  <a:schemeClr val="tx1">
                    <a:tint val="75000"/>
                  </a:schemeClr>
                </a:solidFill>
              </a:defRPr>
            </a:lvl7pPr>
            <a:lvl8pPr marL="4221008" indent="0">
              <a:buNone/>
              <a:defRPr sz="2110">
                <a:solidFill>
                  <a:schemeClr val="tx1">
                    <a:tint val="75000"/>
                  </a:schemeClr>
                </a:solidFill>
              </a:defRPr>
            </a:lvl8pPr>
            <a:lvl9pPr marL="4824009" indent="0">
              <a:buNone/>
              <a:defRPr sz="21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3409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9141" y="2779007"/>
            <a:ext cx="5125601" cy="66237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5496" y="2779007"/>
            <a:ext cx="5125601" cy="66237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204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712" y="555804"/>
            <a:ext cx="10401955" cy="20178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714" y="2559104"/>
            <a:ext cx="5102045" cy="1254177"/>
          </a:xfrm>
        </p:spPr>
        <p:txBody>
          <a:bodyPr anchor="b"/>
          <a:lstStyle>
            <a:lvl1pPr marL="0" indent="0">
              <a:buNone/>
              <a:defRPr sz="3165" b="1"/>
            </a:lvl1pPr>
            <a:lvl2pPr marL="603001" indent="0">
              <a:buNone/>
              <a:defRPr sz="2638" b="1"/>
            </a:lvl2pPr>
            <a:lvl3pPr marL="1206002" indent="0">
              <a:buNone/>
              <a:defRPr sz="2374" b="1"/>
            </a:lvl3pPr>
            <a:lvl4pPr marL="1809003" indent="0">
              <a:buNone/>
              <a:defRPr sz="2110" b="1"/>
            </a:lvl4pPr>
            <a:lvl5pPr marL="2412004" indent="0">
              <a:buNone/>
              <a:defRPr sz="2110" b="1"/>
            </a:lvl5pPr>
            <a:lvl6pPr marL="3015005" indent="0">
              <a:buNone/>
              <a:defRPr sz="2110" b="1"/>
            </a:lvl6pPr>
            <a:lvl7pPr marL="3618006" indent="0">
              <a:buNone/>
              <a:defRPr sz="2110" b="1"/>
            </a:lvl7pPr>
            <a:lvl8pPr marL="4221008" indent="0">
              <a:buNone/>
              <a:defRPr sz="2110" b="1"/>
            </a:lvl8pPr>
            <a:lvl9pPr marL="4824009" indent="0">
              <a:buNone/>
              <a:defRPr sz="211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0714" y="3813281"/>
            <a:ext cx="5102045" cy="560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5496" y="2559104"/>
            <a:ext cx="5127172" cy="1254177"/>
          </a:xfrm>
        </p:spPr>
        <p:txBody>
          <a:bodyPr anchor="b"/>
          <a:lstStyle>
            <a:lvl1pPr marL="0" indent="0">
              <a:buNone/>
              <a:defRPr sz="3165" b="1"/>
            </a:lvl1pPr>
            <a:lvl2pPr marL="603001" indent="0">
              <a:buNone/>
              <a:defRPr sz="2638" b="1"/>
            </a:lvl2pPr>
            <a:lvl3pPr marL="1206002" indent="0">
              <a:buNone/>
              <a:defRPr sz="2374" b="1"/>
            </a:lvl3pPr>
            <a:lvl4pPr marL="1809003" indent="0">
              <a:buNone/>
              <a:defRPr sz="2110" b="1"/>
            </a:lvl4pPr>
            <a:lvl5pPr marL="2412004" indent="0">
              <a:buNone/>
              <a:defRPr sz="2110" b="1"/>
            </a:lvl5pPr>
            <a:lvl6pPr marL="3015005" indent="0">
              <a:buNone/>
              <a:defRPr sz="2110" b="1"/>
            </a:lvl6pPr>
            <a:lvl7pPr marL="3618006" indent="0">
              <a:buNone/>
              <a:defRPr sz="2110" b="1"/>
            </a:lvl7pPr>
            <a:lvl8pPr marL="4221008" indent="0">
              <a:buNone/>
              <a:defRPr sz="2110" b="1"/>
            </a:lvl8pPr>
            <a:lvl9pPr marL="4824009" indent="0">
              <a:buNone/>
              <a:defRPr sz="211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5496" y="3813281"/>
            <a:ext cx="5127172" cy="560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6559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12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450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712" y="695960"/>
            <a:ext cx="3889741" cy="2435860"/>
          </a:xfrm>
        </p:spPr>
        <p:txBody>
          <a:bodyPr anchor="b"/>
          <a:lstStyle>
            <a:lvl1pPr>
              <a:defRPr sz="42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7172" y="1503083"/>
            <a:ext cx="6105495" cy="7418740"/>
          </a:xfrm>
        </p:spPr>
        <p:txBody>
          <a:bodyPr/>
          <a:lstStyle>
            <a:lvl1pPr>
              <a:defRPr sz="4220"/>
            </a:lvl1pPr>
            <a:lvl2pPr>
              <a:defRPr sz="3693"/>
            </a:lvl2pPr>
            <a:lvl3pPr>
              <a:defRPr sz="3165"/>
            </a:lvl3pPr>
            <a:lvl4pPr>
              <a:defRPr sz="2638"/>
            </a:lvl4pPr>
            <a:lvl5pPr>
              <a:defRPr sz="2638"/>
            </a:lvl5pPr>
            <a:lvl6pPr>
              <a:defRPr sz="2638"/>
            </a:lvl6pPr>
            <a:lvl7pPr>
              <a:defRPr sz="2638"/>
            </a:lvl7pPr>
            <a:lvl8pPr>
              <a:defRPr sz="2638"/>
            </a:lvl8pPr>
            <a:lvl9pPr>
              <a:defRPr sz="263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0712" y="3131820"/>
            <a:ext cx="3889741" cy="5802084"/>
          </a:xfrm>
        </p:spPr>
        <p:txBody>
          <a:bodyPr/>
          <a:lstStyle>
            <a:lvl1pPr marL="0" indent="0">
              <a:buNone/>
              <a:defRPr sz="2110"/>
            </a:lvl1pPr>
            <a:lvl2pPr marL="603001" indent="0">
              <a:buNone/>
              <a:defRPr sz="1846"/>
            </a:lvl2pPr>
            <a:lvl3pPr marL="1206002" indent="0">
              <a:buNone/>
              <a:defRPr sz="1583"/>
            </a:lvl3pPr>
            <a:lvl4pPr marL="1809003" indent="0">
              <a:buNone/>
              <a:defRPr sz="1319"/>
            </a:lvl4pPr>
            <a:lvl5pPr marL="2412004" indent="0">
              <a:buNone/>
              <a:defRPr sz="1319"/>
            </a:lvl5pPr>
            <a:lvl6pPr marL="3015005" indent="0">
              <a:buNone/>
              <a:defRPr sz="1319"/>
            </a:lvl6pPr>
            <a:lvl7pPr marL="3618006" indent="0">
              <a:buNone/>
              <a:defRPr sz="1319"/>
            </a:lvl7pPr>
            <a:lvl8pPr marL="4221008" indent="0">
              <a:buNone/>
              <a:defRPr sz="1319"/>
            </a:lvl8pPr>
            <a:lvl9pPr marL="4824009" indent="0">
              <a:buNone/>
              <a:defRPr sz="131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207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712" y="695960"/>
            <a:ext cx="3889741" cy="2435860"/>
          </a:xfrm>
        </p:spPr>
        <p:txBody>
          <a:bodyPr anchor="b"/>
          <a:lstStyle>
            <a:lvl1pPr>
              <a:defRPr sz="42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27172" y="1503083"/>
            <a:ext cx="6105495" cy="7418740"/>
          </a:xfrm>
        </p:spPr>
        <p:txBody>
          <a:bodyPr anchor="t"/>
          <a:lstStyle>
            <a:lvl1pPr marL="0" indent="0">
              <a:buNone/>
              <a:defRPr sz="4220"/>
            </a:lvl1pPr>
            <a:lvl2pPr marL="603001" indent="0">
              <a:buNone/>
              <a:defRPr sz="3693"/>
            </a:lvl2pPr>
            <a:lvl3pPr marL="1206002" indent="0">
              <a:buNone/>
              <a:defRPr sz="3165"/>
            </a:lvl3pPr>
            <a:lvl4pPr marL="1809003" indent="0">
              <a:buNone/>
              <a:defRPr sz="2638"/>
            </a:lvl4pPr>
            <a:lvl5pPr marL="2412004" indent="0">
              <a:buNone/>
              <a:defRPr sz="2638"/>
            </a:lvl5pPr>
            <a:lvl6pPr marL="3015005" indent="0">
              <a:buNone/>
              <a:defRPr sz="2638"/>
            </a:lvl6pPr>
            <a:lvl7pPr marL="3618006" indent="0">
              <a:buNone/>
              <a:defRPr sz="2638"/>
            </a:lvl7pPr>
            <a:lvl8pPr marL="4221008" indent="0">
              <a:buNone/>
              <a:defRPr sz="2638"/>
            </a:lvl8pPr>
            <a:lvl9pPr marL="4824009" indent="0">
              <a:buNone/>
              <a:defRPr sz="263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0712" y="3131820"/>
            <a:ext cx="3889741" cy="5802084"/>
          </a:xfrm>
        </p:spPr>
        <p:txBody>
          <a:bodyPr/>
          <a:lstStyle>
            <a:lvl1pPr marL="0" indent="0">
              <a:buNone/>
              <a:defRPr sz="2110"/>
            </a:lvl1pPr>
            <a:lvl2pPr marL="603001" indent="0">
              <a:buNone/>
              <a:defRPr sz="1846"/>
            </a:lvl2pPr>
            <a:lvl3pPr marL="1206002" indent="0">
              <a:buNone/>
              <a:defRPr sz="1583"/>
            </a:lvl3pPr>
            <a:lvl4pPr marL="1809003" indent="0">
              <a:buNone/>
              <a:defRPr sz="1319"/>
            </a:lvl4pPr>
            <a:lvl5pPr marL="2412004" indent="0">
              <a:buNone/>
              <a:defRPr sz="1319"/>
            </a:lvl5pPr>
            <a:lvl6pPr marL="3015005" indent="0">
              <a:buNone/>
              <a:defRPr sz="1319"/>
            </a:lvl6pPr>
            <a:lvl7pPr marL="3618006" indent="0">
              <a:buNone/>
              <a:defRPr sz="1319"/>
            </a:lvl7pPr>
            <a:lvl8pPr marL="4221008" indent="0">
              <a:buNone/>
              <a:defRPr sz="1319"/>
            </a:lvl8pPr>
            <a:lvl9pPr marL="4824009" indent="0">
              <a:buNone/>
              <a:defRPr sz="131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45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541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30608" y="555801"/>
            <a:ext cx="2600489" cy="88469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9142" y="555801"/>
            <a:ext cx="7650713" cy="88469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685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9142" y="555804"/>
            <a:ext cx="10401955" cy="201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9142" y="2779007"/>
            <a:ext cx="10401955" cy="6623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9141" y="9675780"/>
            <a:ext cx="2713554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C6D8D-40E3-3548-A763-F298A385BF51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94954" y="9675780"/>
            <a:ext cx="4070330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7543" y="9675780"/>
            <a:ext cx="2713554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F5AA5-84B1-E04B-88C5-1E325291D3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293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206002" rtl="0" eaLnBrk="1" latinLnBrk="0" hangingPunct="1">
        <a:lnSpc>
          <a:spcPct val="90000"/>
        </a:lnSpc>
        <a:spcBef>
          <a:spcPct val="0"/>
        </a:spcBef>
        <a:buNone/>
        <a:defRPr sz="58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1501" indent="-301501" algn="l" defTabSz="1206002" rtl="0" eaLnBrk="1" latinLnBrk="0" hangingPunct="1">
        <a:lnSpc>
          <a:spcPct val="90000"/>
        </a:lnSpc>
        <a:spcBef>
          <a:spcPts val="1319"/>
        </a:spcBef>
        <a:buFont typeface="Arial" panose="020B0604020202020204" pitchFamily="34" charset="0"/>
        <a:buChar char="•"/>
        <a:defRPr sz="3693" kern="1200">
          <a:solidFill>
            <a:schemeClr val="tx1"/>
          </a:solidFill>
          <a:latin typeface="+mn-lt"/>
          <a:ea typeface="+mn-ea"/>
          <a:cs typeface="+mn-cs"/>
        </a:defRPr>
      </a:lvl1pPr>
      <a:lvl2pPr marL="904502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3165" kern="1200">
          <a:solidFill>
            <a:schemeClr val="tx1"/>
          </a:solidFill>
          <a:latin typeface="+mn-lt"/>
          <a:ea typeface="+mn-ea"/>
          <a:cs typeface="+mn-cs"/>
        </a:defRPr>
      </a:lvl2pPr>
      <a:lvl3pPr marL="1507503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638" kern="1200">
          <a:solidFill>
            <a:schemeClr val="tx1"/>
          </a:solidFill>
          <a:latin typeface="+mn-lt"/>
          <a:ea typeface="+mn-ea"/>
          <a:cs typeface="+mn-cs"/>
        </a:defRPr>
      </a:lvl3pPr>
      <a:lvl4pPr marL="2110504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4pPr>
      <a:lvl5pPr marL="2713505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5pPr>
      <a:lvl6pPr marL="3316506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6pPr>
      <a:lvl7pPr marL="3919507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7pPr>
      <a:lvl8pPr marL="4522508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8pPr>
      <a:lvl9pPr marL="5125509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1pPr>
      <a:lvl2pPr marL="603001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2pPr>
      <a:lvl3pPr marL="1206002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3pPr>
      <a:lvl4pPr marL="1809003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4pPr>
      <a:lvl5pPr marL="2412004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5pPr>
      <a:lvl6pPr marL="3015005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6pPr>
      <a:lvl7pPr marL="3618006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7pPr>
      <a:lvl8pPr marL="4221008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8pPr>
      <a:lvl9pPr marL="4824009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.emf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F365-D93F-DA4B-37BF-A215EF982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B0E6471-50C7-2AA3-1B21-0BC8F884B6AC}"/>
              </a:ext>
            </a:extLst>
          </p:cNvPr>
          <p:cNvSpPr txBox="1"/>
          <p:nvPr/>
        </p:nvSpPr>
        <p:spPr>
          <a:xfrm>
            <a:off x="-109346" y="1858154"/>
            <a:ext cx="1456842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ResNet-20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0242ACC-EB01-2617-0C79-D0987C129089}"/>
              </a:ext>
            </a:extLst>
          </p:cNvPr>
          <p:cNvSpPr/>
          <p:nvPr/>
        </p:nvSpPr>
        <p:spPr>
          <a:xfrm>
            <a:off x="7698277" y="-6549"/>
            <a:ext cx="4327236" cy="370939"/>
          </a:xfrm>
          <a:prstGeom prst="rect">
            <a:avLst/>
          </a:prstGeom>
          <a:solidFill>
            <a:schemeClr val="accent2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07952BC-C77D-B5D9-F4A0-BC6811FB85D5}"/>
              </a:ext>
            </a:extLst>
          </p:cNvPr>
          <p:cNvSpPr/>
          <p:nvPr/>
        </p:nvSpPr>
        <p:spPr>
          <a:xfrm>
            <a:off x="3139752" y="-2193"/>
            <a:ext cx="4269980" cy="370939"/>
          </a:xfrm>
          <a:prstGeom prst="rect">
            <a:avLst/>
          </a:prstGeom>
          <a:solidFill>
            <a:schemeClr val="accent6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43F8985-2E6A-E2EE-07A9-2E3C8A4EB925}"/>
              </a:ext>
            </a:extLst>
          </p:cNvPr>
          <p:cNvSpPr/>
          <p:nvPr/>
        </p:nvSpPr>
        <p:spPr>
          <a:xfrm>
            <a:off x="27162" y="-13819"/>
            <a:ext cx="2740347" cy="574492"/>
          </a:xfrm>
          <a:prstGeom prst="rect">
            <a:avLst/>
          </a:prstGeom>
          <a:solidFill>
            <a:schemeClr val="accent4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C29D3BEE-100A-6166-CA57-6DF6C26C66EA}"/>
                  </a:ext>
                </a:extLst>
              </p:cNvPr>
              <p:cNvSpPr txBox="1"/>
              <p:nvPr/>
            </p:nvSpPr>
            <p:spPr>
              <a:xfrm>
                <a:off x="155238" y="33"/>
                <a:ext cx="2589958" cy="579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900"/>
                  </a:lnSpc>
                </a:pPr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﻿Distribution of </a:t>
                </a:r>
                <a:r>
                  <a:rPr kumimoji="1" lang="en-US" altLang="zh-CN" sz="1600" b="1" dirty="0">
                    <a:solidFill>
                      <a:schemeClr val="accent4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</a:t>
                </a:r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>
                  <a:lnSpc>
                    <a:spcPts val="1900"/>
                  </a:lnSpc>
                </a:pPr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interactions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,+</m:t>
                        </m:r>
                      </m:sup>
                    </m:sSubSup>
                  </m:oMath>
                </a14:m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,−</m:t>
                        </m:r>
                      </m:sup>
                    </m:sSubSup>
                  </m:oMath>
                </a14:m>
                <a:r>
                  <a:rPr kumimoji="1"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C29D3BEE-100A-6166-CA57-6DF6C26C6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38" y="33"/>
                <a:ext cx="2589958" cy="579646"/>
              </a:xfrm>
              <a:prstGeom prst="rect">
                <a:avLst/>
              </a:prstGeom>
              <a:blipFill>
                <a:blip r:embed="rId3"/>
                <a:stretch>
                  <a:fillRect l="-2439" t="-6522" r="-2439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2C848628-7A86-519D-76EE-BCAF47F0CE86}"/>
              </a:ext>
            </a:extLst>
          </p:cNvPr>
          <p:cNvSpPr txBox="1"/>
          <p:nvPr/>
        </p:nvSpPr>
        <p:spPr>
          <a:xfrm>
            <a:off x="12317" y="2943236"/>
            <a:ext cx="1213516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VGG-11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2052360-3A34-1DB8-ADA9-CAECC4397F2C}"/>
              </a:ext>
            </a:extLst>
          </p:cNvPr>
          <p:cNvSpPr txBox="1"/>
          <p:nvPr/>
        </p:nvSpPr>
        <p:spPr>
          <a:xfrm>
            <a:off x="7368" y="773072"/>
            <a:ext cx="1223414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ResNet-20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MNIST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C89E51-F8A2-7ACA-5B4B-0406A071F468}"/>
              </a:ext>
            </a:extLst>
          </p:cNvPr>
          <p:cNvSpPr txBox="1"/>
          <p:nvPr/>
        </p:nvSpPr>
        <p:spPr>
          <a:xfrm>
            <a:off x="3336311" y="43696"/>
            <a:ext cx="3962519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Distribution of 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Generalizable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interactions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669989-2A6B-8F58-1FAE-14A5B8B0A00D}"/>
              </a:ext>
            </a:extLst>
          </p:cNvPr>
          <p:cNvSpPr txBox="1"/>
          <p:nvPr/>
        </p:nvSpPr>
        <p:spPr>
          <a:xfrm>
            <a:off x="7691927" y="43694"/>
            <a:ext cx="4327236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Distribution of </a:t>
            </a:r>
            <a:r>
              <a:rPr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Non-generalizable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interactions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9DAF411-F60D-5F35-1C83-5126DE6FC326}"/>
                  </a:ext>
                </a:extLst>
              </p:cNvPr>
              <p:cNvSpPr txBox="1"/>
              <p:nvPr/>
            </p:nvSpPr>
            <p:spPr>
              <a:xfrm>
                <a:off x="3525915" y="364387"/>
                <a:ext cx="7423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9DAF411-F60D-5F35-1C83-5126DE6FC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15" y="364387"/>
                <a:ext cx="74231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31">
                <a:extLst>
                  <a:ext uri="{FF2B5EF4-FFF2-40B4-BE49-F238E27FC236}">
                    <a16:creationId xmlns:a16="http://schemas.microsoft.com/office/drawing/2014/main" id="{39DAF411-F60D-5F35-1C83-5126DE6FC326}"/>
                  </a:ext>
                </a:extLst>
              </p:cNvPr>
              <p:cNvSpPr txBox="1"/>
              <p:nvPr/>
            </p:nvSpPr>
            <p:spPr>
              <a:xfrm>
                <a:off x="6248601" y="364387"/>
                <a:ext cx="7423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53" name="文本框 31">
                <a:extLst>
                  <a:ext uri="{FF2B5EF4-FFF2-40B4-BE49-F238E27FC236}">
                    <a16:creationId xmlns:a16="http://schemas.microsoft.com/office/drawing/2014/main" id="{39DAF411-F60D-5F35-1C83-5126DE6FC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601" y="364387"/>
                <a:ext cx="742319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31">
                <a:extLst>
                  <a:ext uri="{FF2B5EF4-FFF2-40B4-BE49-F238E27FC236}">
                    <a16:creationId xmlns:a16="http://schemas.microsoft.com/office/drawing/2014/main" id="{4BB51035-9628-84A0-9F07-6D32392A3B36}"/>
                  </a:ext>
                </a:extLst>
              </p:cNvPr>
              <p:cNvSpPr txBox="1"/>
              <p:nvPr/>
            </p:nvSpPr>
            <p:spPr>
              <a:xfrm>
                <a:off x="4892151" y="364387"/>
                <a:ext cx="7423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59" name="文本框 31">
                <a:extLst>
                  <a:ext uri="{FF2B5EF4-FFF2-40B4-BE49-F238E27FC236}">
                    <a16:creationId xmlns:a16="http://schemas.microsoft.com/office/drawing/2014/main" id="{4BB51035-9628-84A0-9F07-6D32392A3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151" y="364387"/>
                <a:ext cx="742319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DBC990A-51F9-570E-0EA9-03D711E9C046}"/>
                  </a:ext>
                </a:extLst>
              </p:cNvPr>
              <p:cNvSpPr txBox="1"/>
              <p:nvPr/>
            </p:nvSpPr>
            <p:spPr>
              <a:xfrm>
                <a:off x="8204420" y="364387"/>
                <a:ext cx="7423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DBC990A-51F9-570E-0EA9-03D711E9C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4420" y="364387"/>
                <a:ext cx="74231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1">
                <a:extLst>
                  <a:ext uri="{FF2B5EF4-FFF2-40B4-BE49-F238E27FC236}">
                    <a16:creationId xmlns:a16="http://schemas.microsoft.com/office/drawing/2014/main" id="{AE682CE6-8DB6-0884-F535-0BF77C0D9394}"/>
                  </a:ext>
                </a:extLst>
              </p:cNvPr>
              <p:cNvSpPr txBox="1"/>
              <p:nvPr/>
            </p:nvSpPr>
            <p:spPr>
              <a:xfrm>
                <a:off x="10927106" y="364387"/>
                <a:ext cx="7423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34" name="文本框 31">
                <a:extLst>
                  <a:ext uri="{FF2B5EF4-FFF2-40B4-BE49-F238E27FC236}">
                    <a16:creationId xmlns:a16="http://schemas.microsoft.com/office/drawing/2014/main" id="{AE682CE6-8DB6-0884-F535-0BF77C0D9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7106" y="364387"/>
                <a:ext cx="74231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1">
                <a:extLst>
                  <a:ext uri="{FF2B5EF4-FFF2-40B4-BE49-F238E27FC236}">
                    <a16:creationId xmlns:a16="http://schemas.microsoft.com/office/drawing/2014/main" id="{1A4844EC-34E9-FB8A-2E67-AFA98171D6A6}"/>
                  </a:ext>
                </a:extLst>
              </p:cNvPr>
              <p:cNvSpPr txBox="1"/>
              <p:nvPr/>
            </p:nvSpPr>
            <p:spPr>
              <a:xfrm>
                <a:off x="9570656" y="364387"/>
                <a:ext cx="7423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35" name="文本框 31">
                <a:extLst>
                  <a:ext uri="{FF2B5EF4-FFF2-40B4-BE49-F238E27FC236}">
                    <a16:creationId xmlns:a16="http://schemas.microsoft.com/office/drawing/2014/main" id="{1A4844EC-34E9-FB8A-2E67-AFA98171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656" y="364387"/>
                <a:ext cx="742319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本框 76">
            <a:extLst>
              <a:ext uri="{FF2B5EF4-FFF2-40B4-BE49-F238E27FC236}">
                <a16:creationId xmlns:a16="http://schemas.microsoft.com/office/drawing/2014/main" id="{5B7B3FF3-4CBA-C163-AAEA-89FCB4E4C6C9}"/>
              </a:ext>
            </a:extLst>
          </p:cNvPr>
          <p:cNvSpPr txBox="1"/>
          <p:nvPr/>
        </p:nvSpPr>
        <p:spPr>
          <a:xfrm>
            <a:off x="2814021" y="-49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=</a:t>
            </a:r>
            <a:endParaRPr kumimoji="1"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D5808F1C-3302-4746-6C38-5468D81B57F3}"/>
              </a:ext>
            </a:extLst>
          </p:cNvPr>
          <p:cNvSpPr txBox="1"/>
          <p:nvPr/>
        </p:nvSpPr>
        <p:spPr>
          <a:xfrm>
            <a:off x="7416082" y="-138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+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B976AF-3B84-D5C6-D891-A472616C5092}"/>
              </a:ext>
            </a:extLst>
          </p:cNvPr>
          <p:cNvSpPr txBox="1"/>
          <p:nvPr/>
        </p:nvSpPr>
        <p:spPr>
          <a:xfrm>
            <a:off x="-70599" y="5113400"/>
            <a:ext cx="1379349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Bert-Base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SST-2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7D4D54-4E17-CC15-2442-9495D93FED70}"/>
              </a:ext>
            </a:extLst>
          </p:cNvPr>
          <p:cNvSpPr txBox="1"/>
          <p:nvPr/>
        </p:nvSpPr>
        <p:spPr>
          <a:xfrm>
            <a:off x="-70599" y="4028318"/>
            <a:ext cx="1379349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Bert-Medium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SST-2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983A31-FF99-A910-D99F-CC660C37F91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64804" y="593531"/>
            <a:ext cx="10725416" cy="983061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BDF4605-3413-AB7F-5048-F896AF4B237C}"/>
              </a:ext>
            </a:extLst>
          </p:cNvPr>
          <p:cNvSpPr txBox="1"/>
          <p:nvPr/>
        </p:nvSpPr>
        <p:spPr>
          <a:xfrm>
            <a:off x="-109346" y="6198482"/>
            <a:ext cx="1456842" cy="661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Qwen2.5-7B on Finance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11AFB5-1F1D-D379-B317-309F248B9E68}"/>
              </a:ext>
            </a:extLst>
          </p:cNvPr>
          <p:cNvSpPr txBox="1"/>
          <p:nvPr/>
        </p:nvSpPr>
        <p:spPr>
          <a:xfrm>
            <a:off x="-48514" y="7289463"/>
            <a:ext cx="1335179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Llama-3-8B on Finance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545D05-B400-0D49-9052-82440343AFFC}"/>
              </a:ext>
            </a:extLst>
          </p:cNvPr>
          <p:cNvSpPr txBox="1"/>
          <p:nvPr/>
        </p:nvSpPr>
        <p:spPr>
          <a:xfrm>
            <a:off x="-70599" y="9465529"/>
            <a:ext cx="1379349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Phi-4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-14B</a:t>
            </a: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on Finance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9646A6-385E-5AAA-DADC-B755DCADBDFC}"/>
              </a:ext>
            </a:extLst>
          </p:cNvPr>
          <p:cNvSpPr txBox="1"/>
          <p:nvPr/>
        </p:nvSpPr>
        <p:spPr>
          <a:xfrm>
            <a:off x="-70599" y="8374545"/>
            <a:ext cx="1379349" cy="661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GLM-Z1-9B on Finance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D8801B-81E7-A155-8DE2-5A9523079857}"/>
              </a:ext>
            </a:extLst>
          </p:cNvPr>
          <p:cNvSpPr txBox="1"/>
          <p:nvPr/>
        </p:nvSpPr>
        <p:spPr>
          <a:xfrm>
            <a:off x="12668596" y="2394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7082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7069</TotalTime>
  <Words>79</Words>
  <Application>Microsoft Macintosh PowerPoint</Application>
  <PresentationFormat>自定义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磊 程</cp:lastModifiedBy>
  <cp:revision>34</cp:revision>
  <cp:lastPrinted>2026-01-27T19:09:27Z</cp:lastPrinted>
  <dcterms:created xsi:type="dcterms:W3CDTF">2025-05-09T11:40:48Z</dcterms:created>
  <dcterms:modified xsi:type="dcterms:W3CDTF">2026-07-13T09:34:12Z</dcterms:modified>
</cp:coreProperties>
</file>
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6"/>
  </p:notesMasterIdLst>
  <p:sldIdLst>
    <p:sldId id="287" r:id="rId2"/>
    <p:sldId id="288" r:id="rId3"/>
    <p:sldId id="282" r:id="rId4"/>
    <p:sldId id="284" r:id="rId5"/>
  </p:sldIdLst>
  <p:sldSz cx="18791238" cy="770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287"/>
            <p14:sldId id="288"/>
          </p14:sldIdLst>
        </p14:section>
        <p14:section name="icml" id="{51BFC681-E8E4-6442-86B6-F59BBAE832BB}">
          <p14:sldIdLst>
            <p14:sldId id="282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96" userDrawn="1">
          <p15:clr>
            <a:srgbClr val="A4A3A4"/>
          </p15:clr>
        </p15:guide>
        <p15:guide id="2" pos="-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324"/>
    <a:srgbClr val="0C62EB"/>
    <a:srgbClr val="E64432"/>
    <a:srgbClr val="3C7FB1"/>
    <a:srgbClr val="76EB32"/>
    <a:srgbClr val="70AD47"/>
    <a:srgbClr val="A9D4F8"/>
    <a:srgbClr val="F1A7B8"/>
    <a:srgbClr val="5283B3"/>
    <a:srgbClr val="D45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83" autoAdjust="0"/>
    <p:restoredTop sz="76359" autoAdjust="0"/>
  </p:normalViewPr>
  <p:slideViewPr>
    <p:cSldViewPr snapToGrid="0" showGuides="1">
      <p:cViewPr>
        <p:scale>
          <a:sx n="149" d="100"/>
          <a:sy n="149" d="100"/>
        </p:scale>
        <p:origin x="-544" y="264"/>
      </p:cViewPr>
      <p:guideLst>
        <p:guide orient="horz" pos="4196"/>
        <p:guide pos="-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34963" y="1143000"/>
            <a:ext cx="7527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5CB4-EBFE-0719-0A40-C1C1E587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69A98C-17C1-00A0-8CEA-E2DB2F883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34963" y="1143000"/>
            <a:ext cx="752792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004845-5D2A-1A65-A5F1-87CACBF7E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数据集不需要强调（高亮）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字体字号统一（</a:t>
            </a:r>
            <a:r>
              <a:rPr lang="en-US" altLang="zh-CN" dirty="0"/>
              <a:t>caption</a:t>
            </a:r>
            <a:r>
              <a:rPr lang="zh-CN" altLang="en-US" dirty="0"/>
              <a:t>字号）</a:t>
            </a:r>
          </a:p>
          <a:p>
            <a:r>
              <a:rPr lang="en-US" altLang="zh-CN" dirty="0"/>
              <a:t>3. -train, -test</a:t>
            </a:r>
            <a:r>
              <a:rPr lang="zh-CN" altLang="en-US" dirty="0"/>
              <a:t>不要重复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四个</a:t>
            </a:r>
            <a:r>
              <a:rPr lang="en-US" altLang="zh-CN" dirty="0"/>
              <a:t>A</a:t>
            </a:r>
            <a:r>
              <a:rPr lang="zh-CN" altLang="en-US" dirty="0"/>
              <a:t>标在图上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去掉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里面保证同时两种分布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框框</a:t>
            </a:r>
            <a:r>
              <a:rPr lang="en-US" altLang="zh-CN" dirty="0"/>
              <a:t>attention</a:t>
            </a:r>
          </a:p>
          <a:p>
            <a:r>
              <a:rPr lang="en-US" altLang="zh-CN" dirty="0"/>
              <a:t>7. Loss, Loss Gap</a:t>
            </a:r>
            <a:r>
              <a:rPr lang="zh-CN" altLang="en-US" dirty="0"/>
              <a:t>去掉纵坐标数值。写横坐标意义。</a:t>
            </a:r>
          </a:p>
          <a:p>
            <a:r>
              <a:rPr lang="en-US" altLang="zh-CN" dirty="0"/>
              <a:t>8. </a:t>
            </a:r>
            <a:r>
              <a:rPr lang="zh-CN" altLang="en-US" dirty="0"/>
              <a:t>粗箭头 </a:t>
            </a:r>
            <a:r>
              <a:rPr lang="en-US" altLang="zh-CN" dirty="0"/>
              <a:t>between loss and loss gap</a:t>
            </a:r>
          </a:p>
          <a:p>
            <a:r>
              <a:rPr lang="en-US" altLang="zh-CN" dirty="0"/>
              <a:t>9. D, Newly emerged, E, Newly merge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2C66A-4CB6-ADF3-BFD9-5EED34171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2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2D96-FE7D-82AD-2D92-E7A39B41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018049-906B-3CD0-6C57-464A0CE8D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34963" y="1143000"/>
            <a:ext cx="752792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F2A7CB-18DA-2CD0-825D-64BA69C5E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数据集不需要强调（高亮）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字体字号统一（</a:t>
            </a:r>
            <a:r>
              <a:rPr lang="en-US" altLang="zh-CN" dirty="0"/>
              <a:t>caption</a:t>
            </a:r>
            <a:r>
              <a:rPr lang="zh-CN" altLang="en-US" dirty="0"/>
              <a:t>字号）</a:t>
            </a:r>
          </a:p>
          <a:p>
            <a:r>
              <a:rPr lang="en-US" altLang="zh-CN" dirty="0"/>
              <a:t>3. -train, -test</a:t>
            </a:r>
            <a:r>
              <a:rPr lang="zh-CN" altLang="en-US" dirty="0"/>
              <a:t>不要重复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四个</a:t>
            </a:r>
            <a:r>
              <a:rPr lang="en-US" altLang="zh-CN" dirty="0"/>
              <a:t>A</a:t>
            </a:r>
            <a:r>
              <a:rPr lang="zh-CN" altLang="en-US" dirty="0"/>
              <a:t>标在图上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去掉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里面保证同时两种分布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框框</a:t>
            </a:r>
            <a:r>
              <a:rPr lang="en-US" altLang="zh-CN" dirty="0"/>
              <a:t>attention</a:t>
            </a:r>
          </a:p>
          <a:p>
            <a:r>
              <a:rPr lang="en-US" altLang="zh-CN" dirty="0"/>
              <a:t>7. Loss, Loss Gap</a:t>
            </a:r>
            <a:r>
              <a:rPr lang="zh-CN" altLang="en-US" dirty="0"/>
              <a:t>去掉纵坐标数值。写横坐标意义。</a:t>
            </a:r>
          </a:p>
          <a:p>
            <a:r>
              <a:rPr lang="en-US" altLang="zh-CN" dirty="0"/>
              <a:t>8. </a:t>
            </a:r>
            <a:r>
              <a:rPr lang="zh-CN" altLang="en-US" dirty="0"/>
              <a:t>粗箭头 </a:t>
            </a:r>
            <a:r>
              <a:rPr lang="en-US" altLang="zh-CN" dirty="0"/>
              <a:t>between loss and loss gap</a:t>
            </a:r>
          </a:p>
          <a:p>
            <a:r>
              <a:rPr lang="en-US" altLang="zh-CN" dirty="0"/>
              <a:t>9. D, Newly emerged, E, Newly merge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027F72-20DB-FFD6-9B1D-AD01A7252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89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881E-A88F-30B7-DC60-04C996831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7CB1BE-A758-01C4-663D-5A2D1AE9C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34963" y="1143000"/>
            <a:ext cx="752792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03F81-0CD3-EFFA-03AD-287D82E56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数据集不需要强调（高亮）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字体字号统一（</a:t>
            </a:r>
            <a:r>
              <a:rPr lang="en-US" altLang="zh-CN" dirty="0"/>
              <a:t>caption</a:t>
            </a:r>
            <a:r>
              <a:rPr lang="zh-CN" altLang="en-US" dirty="0"/>
              <a:t>字号）</a:t>
            </a:r>
          </a:p>
          <a:p>
            <a:r>
              <a:rPr lang="en-US" altLang="zh-CN" dirty="0"/>
              <a:t>3. -train, -test</a:t>
            </a:r>
            <a:r>
              <a:rPr lang="zh-CN" altLang="en-US" dirty="0"/>
              <a:t>不要重复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四个</a:t>
            </a:r>
            <a:r>
              <a:rPr lang="en-US" altLang="zh-CN" dirty="0"/>
              <a:t>A</a:t>
            </a:r>
            <a:r>
              <a:rPr lang="zh-CN" altLang="en-US" dirty="0"/>
              <a:t>标在图上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去掉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里面保证同时两种分布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框框</a:t>
            </a:r>
            <a:r>
              <a:rPr lang="en-US" altLang="zh-CN" dirty="0"/>
              <a:t>attention</a:t>
            </a:r>
          </a:p>
          <a:p>
            <a:r>
              <a:rPr lang="en-US" altLang="zh-CN" dirty="0"/>
              <a:t>7. Loss, Loss Gap</a:t>
            </a:r>
            <a:r>
              <a:rPr lang="zh-CN" altLang="en-US" dirty="0"/>
              <a:t>去掉纵坐标数值。写横坐标意义。</a:t>
            </a:r>
          </a:p>
          <a:p>
            <a:r>
              <a:rPr lang="en-US" altLang="zh-CN" dirty="0"/>
              <a:t>8. </a:t>
            </a:r>
            <a:r>
              <a:rPr lang="zh-CN" altLang="en-US" dirty="0"/>
              <a:t>粗箭头 </a:t>
            </a:r>
            <a:r>
              <a:rPr lang="en-US" altLang="zh-CN" dirty="0"/>
              <a:t>between loss and loss gap</a:t>
            </a:r>
          </a:p>
          <a:p>
            <a:r>
              <a:rPr lang="en-US" altLang="zh-CN" dirty="0"/>
              <a:t>9. D, Newly emerged, E, Newly merge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202CD6-B8D2-61B1-9130-7FF89521E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37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3068-E518-C012-8F09-E740024A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E35A43-5F0F-A552-6F72-50D6CCAC5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34963" y="1143000"/>
            <a:ext cx="752792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74A441-A8AF-9773-EE5C-2712B8C5F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数据集不需要强调（高亮）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字体字号统一（</a:t>
            </a:r>
            <a:r>
              <a:rPr lang="en-US" altLang="zh-CN" dirty="0"/>
              <a:t>caption</a:t>
            </a:r>
            <a:r>
              <a:rPr lang="zh-CN" altLang="en-US" dirty="0"/>
              <a:t>字号）</a:t>
            </a:r>
          </a:p>
          <a:p>
            <a:r>
              <a:rPr lang="en-US" altLang="zh-CN" dirty="0"/>
              <a:t>3. -train, -test</a:t>
            </a:r>
            <a:r>
              <a:rPr lang="zh-CN" altLang="en-US" dirty="0"/>
              <a:t>不要重复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四个</a:t>
            </a:r>
            <a:r>
              <a:rPr lang="en-US" altLang="zh-CN" dirty="0"/>
              <a:t>A</a:t>
            </a:r>
            <a:r>
              <a:rPr lang="zh-CN" altLang="en-US" dirty="0"/>
              <a:t>标在图上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去掉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里面保证同时两种分布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框框</a:t>
            </a:r>
            <a:r>
              <a:rPr lang="en-US" altLang="zh-CN" dirty="0"/>
              <a:t>attention</a:t>
            </a:r>
          </a:p>
          <a:p>
            <a:r>
              <a:rPr lang="en-US" altLang="zh-CN" dirty="0"/>
              <a:t>7. Loss, Loss Gap</a:t>
            </a:r>
            <a:r>
              <a:rPr lang="zh-CN" altLang="en-US" dirty="0"/>
              <a:t>去掉纵坐标数值。写横坐标意义。</a:t>
            </a:r>
          </a:p>
          <a:p>
            <a:r>
              <a:rPr lang="en-US" altLang="zh-CN" dirty="0"/>
              <a:t>8. </a:t>
            </a:r>
            <a:r>
              <a:rPr lang="zh-CN" altLang="en-US" dirty="0"/>
              <a:t>粗箭头 </a:t>
            </a:r>
            <a:r>
              <a:rPr lang="en-US" altLang="zh-CN" dirty="0"/>
              <a:t>between loss and loss gap</a:t>
            </a:r>
          </a:p>
          <a:p>
            <a:r>
              <a:rPr lang="en-US" altLang="zh-CN" dirty="0"/>
              <a:t>9. D, Newly emerged, E, Newly merge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5E547F-F47F-3B02-3334-73B560435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8905" y="1260840"/>
            <a:ext cx="14093429" cy="2682181"/>
          </a:xfrm>
        </p:spPr>
        <p:txBody>
          <a:bodyPr anchor="b"/>
          <a:lstStyle>
            <a:lvl1pPr algn="ctr">
              <a:defRPr sz="67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8905" y="4046457"/>
            <a:ext cx="14093429" cy="1860049"/>
          </a:xfrm>
        </p:spPr>
        <p:txBody>
          <a:bodyPr/>
          <a:lstStyle>
            <a:lvl1pPr marL="0" indent="0" algn="ctr">
              <a:buNone/>
              <a:defRPr sz="2696"/>
            </a:lvl1pPr>
            <a:lvl2pPr marL="513618" indent="0" algn="ctr">
              <a:buNone/>
              <a:defRPr sz="2247"/>
            </a:lvl2pPr>
            <a:lvl3pPr marL="1027237" indent="0" algn="ctr">
              <a:buNone/>
              <a:defRPr sz="2022"/>
            </a:lvl3pPr>
            <a:lvl4pPr marL="1540855" indent="0" algn="ctr">
              <a:buNone/>
              <a:defRPr sz="1797"/>
            </a:lvl4pPr>
            <a:lvl5pPr marL="2054474" indent="0" algn="ctr">
              <a:buNone/>
              <a:defRPr sz="1797"/>
            </a:lvl5pPr>
            <a:lvl6pPr marL="2568092" indent="0" algn="ctr">
              <a:buNone/>
              <a:defRPr sz="1797"/>
            </a:lvl6pPr>
            <a:lvl7pPr marL="3081711" indent="0" algn="ctr">
              <a:buNone/>
              <a:defRPr sz="1797"/>
            </a:lvl7pPr>
            <a:lvl8pPr marL="3595329" indent="0" algn="ctr">
              <a:buNone/>
              <a:defRPr sz="1797"/>
            </a:lvl8pPr>
            <a:lvl9pPr marL="4108948" indent="0" algn="ctr">
              <a:buNone/>
              <a:defRPr sz="17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7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3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110" y="1920685"/>
            <a:ext cx="16207443" cy="3204707"/>
          </a:xfrm>
        </p:spPr>
        <p:txBody>
          <a:bodyPr anchor="b"/>
          <a:lstStyle>
            <a:lvl1pPr>
              <a:defRPr sz="67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110" y="5155710"/>
            <a:ext cx="16207443" cy="1685280"/>
          </a:xfrm>
        </p:spPr>
        <p:txBody>
          <a:bodyPr/>
          <a:lstStyle>
            <a:lvl1pPr marL="0" indent="0">
              <a:buNone/>
              <a:defRPr sz="2696">
                <a:solidFill>
                  <a:schemeClr val="tx1">
                    <a:tint val="75000"/>
                  </a:schemeClr>
                </a:solidFill>
              </a:defRPr>
            </a:lvl1pPr>
            <a:lvl2pPr marL="513618" indent="0">
              <a:buNone/>
              <a:defRPr sz="2247">
                <a:solidFill>
                  <a:schemeClr val="tx1">
                    <a:tint val="75000"/>
                  </a:schemeClr>
                </a:solidFill>
              </a:defRPr>
            </a:lvl2pPr>
            <a:lvl3pPr marL="10272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3pPr>
            <a:lvl4pPr marL="1540855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4pPr>
            <a:lvl5pPr marL="2054474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5pPr>
            <a:lvl6pPr marL="2568092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6pPr>
            <a:lvl7pPr marL="3081711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7pPr>
            <a:lvl8pPr marL="3595329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8pPr>
            <a:lvl9pPr marL="4108948" indent="0">
              <a:buNone/>
              <a:defRPr sz="17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58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1898" y="2050870"/>
            <a:ext cx="7986276" cy="48882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3064" y="2050870"/>
            <a:ext cx="7986276" cy="48882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6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345" y="410174"/>
            <a:ext cx="16207443" cy="14891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46" y="1888584"/>
            <a:ext cx="7949574" cy="925566"/>
          </a:xfrm>
        </p:spPr>
        <p:txBody>
          <a:bodyPr anchor="b"/>
          <a:lstStyle>
            <a:lvl1pPr marL="0" indent="0">
              <a:buNone/>
              <a:defRPr sz="2696" b="1"/>
            </a:lvl1pPr>
            <a:lvl2pPr marL="513618" indent="0">
              <a:buNone/>
              <a:defRPr sz="2247" b="1"/>
            </a:lvl2pPr>
            <a:lvl3pPr marL="1027237" indent="0">
              <a:buNone/>
              <a:defRPr sz="2022" b="1"/>
            </a:lvl3pPr>
            <a:lvl4pPr marL="1540855" indent="0">
              <a:buNone/>
              <a:defRPr sz="1797" b="1"/>
            </a:lvl4pPr>
            <a:lvl5pPr marL="2054474" indent="0">
              <a:buNone/>
              <a:defRPr sz="1797" b="1"/>
            </a:lvl5pPr>
            <a:lvl6pPr marL="2568092" indent="0">
              <a:buNone/>
              <a:defRPr sz="1797" b="1"/>
            </a:lvl6pPr>
            <a:lvl7pPr marL="3081711" indent="0">
              <a:buNone/>
              <a:defRPr sz="1797" b="1"/>
            </a:lvl7pPr>
            <a:lvl8pPr marL="3595329" indent="0">
              <a:buNone/>
              <a:defRPr sz="1797" b="1"/>
            </a:lvl8pPr>
            <a:lvl9pPr marL="4108948" indent="0">
              <a:buNone/>
              <a:defRPr sz="17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4346" y="2814151"/>
            <a:ext cx="7949574" cy="4139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13064" y="1888584"/>
            <a:ext cx="7988724" cy="925566"/>
          </a:xfrm>
        </p:spPr>
        <p:txBody>
          <a:bodyPr anchor="b"/>
          <a:lstStyle>
            <a:lvl1pPr marL="0" indent="0">
              <a:buNone/>
              <a:defRPr sz="2696" b="1"/>
            </a:lvl1pPr>
            <a:lvl2pPr marL="513618" indent="0">
              <a:buNone/>
              <a:defRPr sz="2247" b="1"/>
            </a:lvl2pPr>
            <a:lvl3pPr marL="1027237" indent="0">
              <a:buNone/>
              <a:defRPr sz="2022" b="1"/>
            </a:lvl3pPr>
            <a:lvl4pPr marL="1540855" indent="0">
              <a:buNone/>
              <a:defRPr sz="1797" b="1"/>
            </a:lvl4pPr>
            <a:lvl5pPr marL="2054474" indent="0">
              <a:buNone/>
              <a:defRPr sz="1797" b="1"/>
            </a:lvl5pPr>
            <a:lvl6pPr marL="2568092" indent="0">
              <a:buNone/>
              <a:defRPr sz="1797" b="1"/>
            </a:lvl6pPr>
            <a:lvl7pPr marL="3081711" indent="0">
              <a:buNone/>
              <a:defRPr sz="1797" b="1"/>
            </a:lvl7pPr>
            <a:lvl8pPr marL="3595329" indent="0">
              <a:buNone/>
              <a:defRPr sz="1797" b="1"/>
            </a:lvl8pPr>
            <a:lvl9pPr marL="4108948" indent="0">
              <a:buNone/>
              <a:defRPr sz="17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13064" y="2814151"/>
            <a:ext cx="7988724" cy="4139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5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07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74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346" y="513609"/>
            <a:ext cx="6060663" cy="1797632"/>
          </a:xfrm>
        </p:spPr>
        <p:txBody>
          <a:bodyPr anchor="b"/>
          <a:lstStyle>
            <a:lvl1pPr>
              <a:defRPr sz="3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8724" y="1109254"/>
            <a:ext cx="9513064" cy="5474931"/>
          </a:xfrm>
        </p:spPr>
        <p:txBody>
          <a:bodyPr/>
          <a:lstStyle>
            <a:lvl1pPr>
              <a:defRPr sz="3595"/>
            </a:lvl1pPr>
            <a:lvl2pPr>
              <a:defRPr sz="3146"/>
            </a:lvl2pPr>
            <a:lvl3pPr>
              <a:defRPr sz="2696"/>
            </a:lvl3pPr>
            <a:lvl4pPr>
              <a:defRPr sz="2247"/>
            </a:lvl4pPr>
            <a:lvl5pPr>
              <a:defRPr sz="2247"/>
            </a:lvl5pPr>
            <a:lvl6pPr>
              <a:defRPr sz="2247"/>
            </a:lvl6pPr>
            <a:lvl7pPr>
              <a:defRPr sz="2247"/>
            </a:lvl7pPr>
            <a:lvl8pPr>
              <a:defRPr sz="2247"/>
            </a:lvl8pPr>
            <a:lvl9pPr>
              <a:defRPr sz="224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4346" y="2311241"/>
            <a:ext cx="6060663" cy="4281861"/>
          </a:xfrm>
        </p:spPr>
        <p:txBody>
          <a:bodyPr/>
          <a:lstStyle>
            <a:lvl1pPr marL="0" indent="0">
              <a:buNone/>
              <a:defRPr sz="1797"/>
            </a:lvl1pPr>
            <a:lvl2pPr marL="513618" indent="0">
              <a:buNone/>
              <a:defRPr sz="1573"/>
            </a:lvl2pPr>
            <a:lvl3pPr marL="1027237" indent="0">
              <a:buNone/>
              <a:defRPr sz="1348"/>
            </a:lvl3pPr>
            <a:lvl4pPr marL="1540855" indent="0">
              <a:buNone/>
              <a:defRPr sz="1123"/>
            </a:lvl4pPr>
            <a:lvl5pPr marL="2054474" indent="0">
              <a:buNone/>
              <a:defRPr sz="1123"/>
            </a:lvl5pPr>
            <a:lvl6pPr marL="2568092" indent="0">
              <a:buNone/>
              <a:defRPr sz="1123"/>
            </a:lvl6pPr>
            <a:lvl7pPr marL="3081711" indent="0">
              <a:buNone/>
              <a:defRPr sz="1123"/>
            </a:lvl7pPr>
            <a:lvl8pPr marL="3595329" indent="0">
              <a:buNone/>
              <a:defRPr sz="1123"/>
            </a:lvl8pPr>
            <a:lvl9pPr marL="4108948" indent="0">
              <a:buNone/>
              <a:defRPr sz="11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33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346" y="513609"/>
            <a:ext cx="6060663" cy="1797632"/>
          </a:xfrm>
        </p:spPr>
        <p:txBody>
          <a:bodyPr anchor="b"/>
          <a:lstStyle>
            <a:lvl1pPr>
              <a:defRPr sz="3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88724" y="1109254"/>
            <a:ext cx="9513064" cy="5474931"/>
          </a:xfrm>
        </p:spPr>
        <p:txBody>
          <a:bodyPr anchor="t"/>
          <a:lstStyle>
            <a:lvl1pPr marL="0" indent="0">
              <a:buNone/>
              <a:defRPr sz="3595"/>
            </a:lvl1pPr>
            <a:lvl2pPr marL="513618" indent="0">
              <a:buNone/>
              <a:defRPr sz="3146"/>
            </a:lvl2pPr>
            <a:lvl3pPr marL="1027237" indent="0">
              <a:buNone/>
              <a:defRPr sz="2696"/>
            </a:lvl3pPr>
            <a:lvl4pPr marL="1540855" indent="0">
              <a:buNone/>
              <a:defRPr sz="2247"/>
            </a:lvl4pPr>
            <a:lvl5pPr marL="2054474" indent="0">
              <a:buNone/>
              <a:defRPr sz="2247"/>
            </a:lvl5pPr>
            <a:lvl6pPr marL="2568092" indent="0">
              <a:buNone/>
              <a:defRPr sz="2247"/>
            </a:lvl6pPr>
            <a:lvl7pPr marL="3081711" indent="0">
              <a:buNone/>
              <a:defRPr sz="2247"/>
            </a:lvl7pPr>
            <a:lvl8pPr marL="3595329" indent="0">
              <a:buNone/>
              <a:defRPr sz="2247"/>
            </a:lvl8pPr>
            <a:lvl9pPr marL="4108948" indent="0">
              <a:buNone/>
              <a:defRPr sz="224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4346" y="2311241"/>
            <a:ext cx="6060663" cy="4281861"/>
          </a:xfrm>
        </p:spPr>
        <p:txBody>
          <a:bodyPr/>
          <a:lstStyle>
            <a:lvl1pPr marL="0" indent="0">
              <a:buNone/>
              <a:defRPr sz="1797"/>
            </a:lvl1pPr>
            <a:lvl2pPr marL="513618" indent="0">
              <a:buNone/>
              <a:defRPr sz="1573"/>
            </a:lvl2pPr>
            <a:lvl3pPr marL="1027237" indent="0">
              <a:buNone/>
              <a:defRPr sz="1348"/>
            </a:lvl3pPr>
            <a:lvl4pPr marL="1540855" indent="0">
              <a:buNone/>
              <a:defRPr sz="1123"/>
            </a:lvl4pPr>
            <a:lvl5pPr marL="2054474" indent="0">
              <a:buNone/>
              <a:defRPr sz="1123"/>
            </a:lvl5pPr>
            <a:lvl6pPr marL="2568092" indent="0">
              <a:buNone/>
              <a:defRPr sz="1123"/>
            </a:lvl6pPr>
            <a:lvl7pPr marL="3081711" indent="0">
              <a:buNone/>
              <a:defRPr sz="1123"/>
            </a:lvl7pPr>
            <a:lvl8pPr marL="3595329" indent="0">
              <a:buNone/>
              <a:defRPr sz="1123"/>
            </a:lvl8pPr>
            <a:lvl9pPr marL="4108948" indent="0">
              <a:buNone/>
              <a:defRPr sz="11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493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1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47480" y="410174"/>
            <a:ext cx="4051861" cy="65289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1897" y="410174"/>
            <a:ext cx="11920692" cy="65289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5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1898" y="410174"/>
            <a:ext cx="16207443" cy="1489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1898" y="2050870"/>
            <a:ext cx="16207443" cy="4888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91897" y="7140595"/>
            <a:ext cx="4228029" cy="410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24598" y="7140595"/>
            <a:ext cx="6342043" cy="410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71312" y="7140595"/>
            <a:ext cx="4228029" cy="410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8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027237" rtl="0" eaLnBrk="1" latinLnBrk="0" hangingPunct="1">
        <a:lnSpc>
          <a:spcPct val="90000"/>
        </a:lnSpc>
        <a:spcBef>
          <a:spcPct val="0"/>
        </a:spcBef>
        <a:buNone/>
        <a:defRPr sz="49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809" indent="-256809" algn="l" defTabSz="1027237" rtl="0" eaLnBrk="1" latinLnBrk="0" hangingPunct="1">
        <a:lnSpc>
          <a:spcPct val="90000"/>
        </a:lnSpc>
        <a:spcBef>
          <a:spcPts val="1123"/>
        </a:spcBef>
        <a:buFont typeface="Arial" panose="020B0604020202020204" pitchFamily="34" charset="0"/>
        <a:buChar char="•"/>
        <a:defRPr sz="3146" kern="1200">
          <a:solidFill>
            <a:schemeClr val="tx1"/>
          </a:solidFill>
          <a:latin typeface="+mn-lt"/>
          <a:ea typeface="+mn-ea"/>
          <a:cs typeface="+mn-cs"/>
        </a:defRPr>
      </a:lvl1pPr>
      <a:lvl2pPr marL="770428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696" kern="1200">
          <a:solidFill>
            <a:schemeClr val="tx1"/>
          </a:solidFill>
          <a:latin typeface="+mn-lt"/>
          <a:ea typeface="+mn-ea"/>
          <a:cs typeface="+mn-cs"/>
        </a:defRPr>
      </a:lvl2pPr>
      <a:lvl3pPr marL="1284046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47" kern="1200">
          <a:solidFill>
            <a:schemeClr val="tx1"/>
          </a:solidFill>
          <a:latin typeface="+mn-lt"/>
          <a:ea typeface="+mn-ea"/>
          <a:cs typeface="+mn-cs"/>
        </a:defRPr>
      </a:lvl3pPr>
      <a:lvl4pPr marL="1797665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4pPr>
      <a:lvl5pPr marL="2311283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5pPr>
      <a:lvl6pPr marL="2824902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6pPr>
      <a:lvl7pPr marL="3338520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7pPr>
      <a:lvl8pPr marL="3852139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8pPr>
      <a:lvl9pPr marL="4365757" indent="-256809" algn="l" defTabSz="102723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1pPr>
      <a:lvl2pPr marL="513618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2pPr>
      <a:lvl3pPr marL="1027237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3pPr>
      <a:lvl4pPr marL="1540855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4pPr>
      <a:lvl5pPr marL="2054474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5pPr>
      <a:lvl6pPr marL="2568092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6pPr>
      <a:lvl7pPr marL="3081711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7pPr>
      <a:lvl8pPr marL="3595329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8pPr>
      <a:lvl9pPr marL="4108948" algn="l" defTabSz="1027237" rtl="0" eaLnBrk="1" latinLnBrk="0" hangingPunct="1">
        <a:defRPr sz="20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emf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4.emf"/><Relationship Id="rId4" Type="http://schemas.openxmlformats.org/officeDocument/2006/relationships/image" Target="../media/image2.emf"/><Relationship Id="rId9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5.emf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8.emf"/><Relationship Id="rId4" Type="http://schemas.openxmlformats.org/officeDocument/2006/relationships/image" Target="../media/image6.emf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490.png"/><Relationship Id="rId3" Type="http://schemas.openxmlformats.org/officeDocument/2006/relationships/image" Target="../media/image9.png"/><Relationship Id="rId21" Type="http://schemas.openxmlformats.org/officeDocument/2006/relationships/image" Target="../media/image28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480.png"/><Relationship Id="rId2" Type="http://schemas.openxmlformats.org/officeDocument/2006/relationships/notesSlide" Target="../notesSlides/notesSlide3.xml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4.png"/><Relationship Id="rId5" Type="http://schemas.openxmlformats.org/officeDocument/2006/relationships/image" Target="../media/image15.png"/><Relationship Id="rId10" Type="http://schemas.openxmlformats.org/officeDocument/2006/relationships/image" Target="../media/image23.svg"/><Relationship Id="rId19" Type="http://schemas.openxmlformats.org/officeDocument/2006/relationships/image" Target="../media/image500.png"/><Relationship Id="rId4" Type="http://schemas.openxmlformats.org/officeDocument/2006/relationships/image" Target="../media/image10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Relationship Id="rId22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6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62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8865-E539-F38F-9607-F6DF8568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1">
            <a:extLst>
              <a:ext uri="{FF2B5EF4-FFF2-40B4-BE49-F238E27FC236}">
                <a16:creationId xmlns:a16="http://schemas.microsoft.com/office/drawing/2014/main" id="{E16EC52B-C47B-5EF6-F312-0E1C6B47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60449" y="1973549"/>
            <a:ext cx="1395519" cy="2647715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40A2944-EA34-C906-E447-B13479B2AA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16200" y="1828415"/>
            <a:ext cx="4903384" cy="298799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113EFB2-7B05-3C41-D599-B257852BC115}"/>
              </a:ext>
            </a:extLst>
          </p:cNvPr>
          <p:cNvSpPr txBox="1"/>
          <p:nvPr/>
        </p:nvSpPr>
        <p:spPr>
          <a:xfrm>
            <a:off x="4056062" y="1603621"/>
            <a:ext cx="1433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92CD51-8E60-B701-269E-250D84FA88FC}"/>
              </a:ext>
            </a:extLst>
          </p:cNvPr>
          <p:cNvSpPr txBox="1"/>
          <p:nvPr/>
        </p:nvSpPr>
        <p:spPr>
          <a:xfrm>
            <a:off x="5272360" y="1603621"/>
            <a:ext cx="1284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1CCBF7-2908-CD9F-ABCD-1C25B3B6B6EF}"/>
              </a:ext>
            </a:extLst>
          </p:cNvPr>
          <p:cNvSpPr txBox="1"/>
          <p:nvPr/>
        </p:nvSpPr>
        <p:spPr>
          <a:xfrm>
            <a:off x="3906773" y="1059586"/>
            <a:ext cx="2758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</a:t>
            </a:r>
            <a:endParaRPr lang="zh-CN" altLang="en-US" sz="2000" dirty="0">
              <a:solidFill>
                <a:srgbClr val="0C62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C8B4903-D407-0915-A5F5-84B63E1E045E}"/>
              </a:ext>
            </a:extLst>
          </p:cNvPr>
          <p:cNvSpPr txBox="1"/>
          <p:nvPr/>
        </p:nvSpPr>
        <p:spPr>
          <a:xfrm>
            <a:off x="6576057" y="1054687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</a:t>
            </a:r>
            <a:endParaRPr lang="zh-CN" altLang="en-US" sz="2000" dirty="0">
              <a:solidFill>
                <a:srgbClr val="D733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FA64A19-F2AE-986C-22FA-DD09D59194DC}"/>
              </a:ext>
            </a:extLst>
          </p:cNvPr>
          <p:cNvSpPr txBox="1"/>
          <p:nvPr/>
        </p:nvSpPr>
        <p:spPr>
          <a:xfrm>
            <a:off x="7637146" y="1603620"/>
            <a:ext cx="130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D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F5757D7-0220-89E7-E5EA-0B241F70A5E8}"/>
              </a:ext>
            </a:extLst>
          </p:cNvPr>
          <p:cNvSpPr txBox="1"/>
          <p:nvPr/>
        </p:nvSpPr>
        <p:spPr>
          <a:xfrm>
            <a:off x="6453333" y="1603620"/>
            <a:ext cx="145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27CD07E-75C8-9273-CDBC-6CAF70B9A394}"/>
              </a:ext>
            </a:extLst>
          </p:cNvPr>
          <p:cNvSpPr txBox="1"/>
          <p:nvPr/>
        </p:nvSpPr>
        <p:spPr>
          <a:xfrm>
            <a:off x="3714792" y="2600967"/>
            <a:ext cx="430887" cy="63895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ACC3BAA-AE7F-6C0C-37FA-5C50E885BE7C}"/>
              </a:ext>
            </a:extLst>
          </p:cNvPr>
          <p:cNvSpPr txBox="1"/>
          <p:nvPr/>
        </p:nvSpPr>
        <p:spPr>
          <a:xfrm>
            <a:off x="3717596" y="3267839"/>
            <a:ext cx="430887" cy="73994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spindle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F7CFB9ED-4BCF-119B-E171-2C078F831E17}"/>
              </a:ext>
            </a:extLst>
          </p:cNvPr>
          <p:cNvSpPr txBox="1"/>
          <p:nvPr/>
        </p:nvSpPr>
        <p:spPr>
          <a:xfrm>
            <a:off x="4140571" y="707512"/>
            <a:ext cx="470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VGG-16 trained on CUB200-2011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7327EE9-40BB-0DCA-1A74-7B83ACCE8D34}"/>
              </a:ext>
            </a:extLst>
          </p:cNvPr>
          <p:cNvGrpSpPr/>
          <p:nvPr/>
        </p:nvGrpSpPr>
        <p:grpSpPr>
          <a:xfrm>
            <a:off x="2419092" y="3416613"/>
            <a:ext cx="1342450" cy="1084873"/>
            <a:chOff x="2206748" y="-1134715"/>
            <a:chExt cx="1448081" cy="118467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4E6460C-BC19-C8ED-B215-6F15C6B16495}"/>
                </a:ext>
              </a:extLst>
            </p:cNvPr>
            <p:cNvSpPr txBox="1"/>
            <p:nvPr/>
          </p:nvSpPr>
          <p:spPr>
            <a:xfrm>
              <a:off x="2257204" y="-319738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674B4F5-2ACF-5B95-0CD2-7041BAD0D161}"/>
                </a:ext>
              </a:extLst>
            </p:cNvPr>
            <p:cNvSpPr txBox="1"/>
            <p:nvPr/>
          </p:nvSpPr>
          <p:spPr>
            <a:xfrm>
              <a:off x="2743873" y="-374067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1D05353-9EF7-FB12-53BD-2C4DC50457B3}"/>
                </a:ext>
              </a:extLst>
            </p:cNvPr>
            <p:cNvSpPr txBox="1"/>
            <p:nvPr/>
          </p:nvSpPr>
          <p:spPr>
            <a:xfrm>
              <a:off x="2946894" y="-1134715"/>
              <a:ext cx="358277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BE9F76A-51F2-C2B9-F882-8230C3652111}"/>
                </a:ext>
              </a:extLst>
            </p:cNvPr>
            <p:cNvSpPr txBox="1"/>
            <p:nvPr/>
          </p:nvSpPr>
          <p:spPr>
            <a:xfrm>
              <a:off x="3296552" y="-983152"/>
              <a:ext cx="358277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9FAD575-5084-A24F-C35C-3D50ECCC8842}"/>
                </a:ext>
              </a:extLst>
            </p:cNvPr>
            <p:cNvSpPr txBox="1"/>
            <p:nvPr/>
          </p:nvSpPr>
          <p:spPr>
            <a:xfrm>
              <a:off x="2206748" y="-1081837"/>
              <a:ext cx="1296491" cy="63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Four</a:t>
              </a:r>
            </a:p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timepoints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D1E53EA1-C4D4-6CB8-FDBE-F2B5791BA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8479" y="-489292"/>
              <a:ext cx="78423" cy="23110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EFE3F4C-3602-3E9F-1FD3-1810BF76A7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647" y="-489292"/>
              <a:ext cx="80553" cy="16453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D4B91DB-0638-1F80-2107-795F3BC1BEFC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3138561" y="-798302"/>
              <a:ext cx="157992" cy="6648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32251C7-D209-B2EF-C145-254E5071B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8199" y="-907399"/>
              <a:ext cx="178714" cy="52181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65A681AA-2D01-5471-F208-145690814EDF}"/>
              </a:ext>
            </a:extLst>
          </p:cNvPr>
          <p:cNvSpPr txBox="1"/>
          <p:nvPr/>
        </p:nvSpPr>
        <p:spPr>
          <a:xfrm>
            <a:off x="3717882" y="4007662"/>
            <a:ext cx="430887" cy="8088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residual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2EE9FD0C-AEB2-9E5C-11CF-2299564F1646}"/>
              </a:ext>
            </a:extLst>
          </p:cNvPr>
          <p:cNvSpPr/>
          <p:nvPr/>
        </p:nvSpPr>
        <p:spPr>
          <a:xfrm rot="16200000">
            <a:off x="5194047" y="468518"/>
            <a:ext cx="160307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0C62E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C62EB"/>
              </a:solidFill>
            </a:endParaRP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49BC4529-9097-C6C5-8441-333622B39648}"/>
              </a:ext>
            </a:extLst>
          </p:cNvPr>
          <p:cNvSpPr/>
          <p:nvPr/>
        </p:nvSpPr>
        <p:spPr>
          <a:xfrm rot="16200000">
            <a:off x="7591120" y="465316"/>
            <a:ext cx="166711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D7332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110">
            <a:extLst>
              <a:ext uri="{FF2B5EF4-FFF2-40B4-BE49-F238E27FC236}">
                <a16:creationId xmlns:a16="http://schemas.microsoft.com/office/drawing/2014/main" id="{97A58FD8-B356-C9B4-FA1B-4253B9394024}"/>
              </a:ext>
            </a:extLst>
          </p:cNvPr>
          <p:cNvCxnSpPr>
            <a:cxnSpLocks/>
          </p:cNvCxnSpPr>
          <p:nvPr/>
        </p:nvCxnSpPr>
        <p:spPr>
          <a:xfrm>
            <a:off x="3409599" y="2344654"/>
            <a:ext cx="0" cy="606418"/>
          </a:xfrm>
          <a:prstGeom prst="straightConnector1">
            <a:avLst/>
          </a:prstGeom>
          <a:ln w="190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7078369A-47E4-5384-FCDA-1BCD97DB5712}"/>
              </a:ext>
            </a:extLst>
          </p:cNvPr>
          <p:cNvSpPr/>
          <p:nvPr/>
        </p:nvSpPr>
        <p:spPr>
          <a:xfrm rot="10800000">
            <a:off x="3467361" y="2443471"/>
            <a:ext cx="117771" cy="442628"/>
          </a:xfrm>
          <a:prstGeom prst="leftBrace">
            <a:avLst/>
          </a:prstGeom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59FCA4D9-337D-2358-57E5-B12FE5C404AC}"/>
              </a:ext>
            </a:extLst>
          </p:cNvPr>
          <p:cNvSpPr txBox="1"/>
          <p:nvPr/>
        </p:nvSpPr>
        <p:spPr>
          <a:xfrm>
            <a:off x="2746109" y="1442593"/>
            <a:ext cx="1390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Testing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D0E07D70-B5CA-81A8-B019-3415B053BE35}"/>
              </a:ext>
            </a:extLst>
          </p:cNvPr>
          <p:cNvSpPr txBox="1"/>
          <p:nvPr/>
        </p:nvSpPr>
        <p:spPr>
          <a:xfrm>
            <a:off x="2756118" y="1729115"/>
            <a:ext cx="149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Training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7" name="直接连接符 55">
            <a:extLst>
              <a:ext uri="{FF2B5EF4-FFF2-40B4-BE49-F238E27FC236}">
                <a16:creationId xmlns:a16="http://schemas.microsoft.com/office/drawing/2014/main" id="{0C25715C-9C9F-D27C-81DD-06494BB3B511}"/>
              </a:ext>
            </a:extLst>
          </p:cNvPr>
          <p:cNvCxnSpPr>
            <a:cxnSpLocks/>
          </p:cNvCxnSpPr>
          <p:nvPr/>
        </p:nvCxnSpPr>
        <p:spPr>
          <a:xfrm>
            <a:off x="2319361" y="1637011"/>
            <a:ext cx="429660" cy="0"/>
          </a:xfrm>
          <a:prstGeom prst="line">
            <a:avLst/>
          </a:prstGeom>
          <a:ln w="28575">
            <a:solidFill>
              <a:srgbClr val="E64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66">
            <a:extLst>
              <a:ext uri="{FF2B5EF4-FFF2-40B4-BE49-F238E27FC236}">
                <a16:creationId xmlns:a16="http://schemas.microsoft.com/office/drawing/2014/main" id="{66ABEFE6-D23E-FA07-2107-8F82072E46BE}"/>
              </a:ext>
            </a:extLst>
          </p:cNvPr>
          <p:cNvCxnSpPr>
            <a:cxnSpLocks/>
          </p:cNvCxnSpPr>
          <p:nvPr/>
        </p:nvCxnSpPr>
        <p:spPr>
          <a:xfrm>
            <a:off x="2336838" y="1911739"/>
            <a:ext cx="429660" cy="0"/>
          </a:xfrm>
          <a:prstGeom prst="line">
            <a:avLst/>
          </a:prstGeom>
          <a:ln w="28575">
            <a:solidFill>
              <a:srgbClr val="3C7F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E54F511-AE38-40C2-4A05-8577742708EC}"/>
              </a:ext>
            </a:extLst>
          </p:cNvPr>
          <p:cNvSpPr txBox="1"/>
          <p:nvPr/>
        </p:nvSpPr>
        <p:spPr>
          <a:xfrm>
            <a:off x="2851084" y="3141111"/>
            <a:ext cx="1120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ighlight>
                  <a:srgbClr val="CCFF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Loss gap</a:t>
            </a:r>
            <a:endParaRPr lang="zh-CN" altLang="en-US" sz="1600" dirty="0">
              <a:highlight>
                <a:srgbClr val="CCFF9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268DDAE4-3405-281E-659D-54337A03E439}"/>
              </a:ext>
            </a:extLst>
          </p:cNvPr>
          <p:cNvSpPr/>
          <p:nvPr/>
        </p:nvSpPr>
        <p:spPr>
          <a:xfrm>
            <a:off x="2513769" y="1876901"/>
            <a:ext cx="72000" cy="72000"/>
          </a:xfrm>
          <a:prstGeom prst="ellipse">
            <a:avLst/>
          </a:prstGeom>
          <a:solidFill>
            <a:srgbClr val="3C7FB1"/>
          </a:solidFill>
          <a:ln>
            <a:solidFill>
              <a:srgbClr val="3C7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60F7DD72-B772-649A-99A1-536B8EF308F4}"/>
              </a:ext>
            </a:extLst>
          </p:cNvPr>
          <p:cNvSpPr/>
          <p:nvPr/>
        </p:nvSpPr>
        <p:spPr>
          <a:xfrm>
            <a:off x="2511108" y="1604214"/>
            <a:ext cx="72000" cy="72000"/>
          </a:xfrm>
          <a:prstGeom prst="ellipse">
            <a:avLst/>
          </a:prstGeom>
          <a:solidFill>
            <a:srgbClr val="E64432"/>
          </a:solidFill>
          <a:ln>
            <a:solidFill>
              <a:srgbClr val="E644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6" name="直接连接符 87">
            <a:extLst>
              <a:ext uri="{FF2B5EF4-FFF2-40B4-BE49-F238E27FC236}">
                <a16:creationId xmlns:a16="http://schemas.microsoft.com/office/drawing/2014/main" id="{043A4075-63A1-CC52-AD6C-00952797DB80}"/>
              </a:ext>
            </a:extLst>
          </p:cNvPr>
          <p:cNvCxnSpPr>
            <a:cxnSpLocks/>
          </p:cNvCxnSpPr>
          <p:nvPr/>
        </p:nvCxnSpPr>
        <p:spPr>
          <a:xfrm>
            <a:off x="2424333" y="3321570"/>
            <a:ext cx="42966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椭圆 236">
            <a:extLst>
              <a:ext uri="{FF2B5EF4-FFF2-40B4-BE49-F238E27FC236}">
                <a16:creationId xmlns:a16="http://schemas.microsoft.com/office/drawing/2014/main" id="{7F777171-98DA-03B3-55A7-F0EF37499687}"/>
              </a:ext>
            </a:extLst>
          </p:cNvPr>
          <p:cNvSpPr/>
          <p:nvPr/>
        </p:nvSpPr>
        <p:spPr>
          <a:xfrm>
            <a:off x="2616080" y="3288773"/>
            <a:ext cx="72000" cy="7200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008000"/>
              </a:highlight>
            </a:endParaRPr>
          </a:p>
        </p:txBody>
      </p:sp>
      <p:cxnSp>
        <p:nvCxnSpPr>
          <p:cNvPr id="206" name="直接连接符 84">
            <a:extLst>
              <a:ext uri="{FF2B5EF4-FFF2-40B4-BE49-F238E27FC236}">
                <a16:creationId xmlns:a16="http://schemas.microsoft.com/office/drawing/2014/main" id="{79CBCF76-F1C0-3F0C-E1E3-6F4D92EEC13F}"/>
              </a:ext>
            </a:extLst>
          </p:cNvPr>
          <p:cNvCxnSpPr>
            <a:cxnSpLocks/>
          </p:cNvCxnSpPr>
          <p:nvPr/>
        </p:nvCxnSpPr>
        <p:spPr>
          <a:xfrm flipH="1">
            <a:off x="3403832" y="2689396"/>
            <a:ext cx="242120" cy="561163"/>
          </a:xfrm>
          <a:prstGeom prst="line">
            <a:avLst/>
          </a:prstGeom>
          <a:ln w="19050">
            <a:solidFill>
              <a:srgbClr val="008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7170E55B-A280-0140-66C9-29178509D450}"/>
                  </a:ext>
                </a:extLst>
              </p:cNvPr>
              <p:cNvSpPr txBox="1"/>
              <p:nvPr/>
            </p:nvSpPr>
            <p:spPr>
              <a:xfrm flipH="1">
                <a:off x="4103811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7170E55B-A280-0140-66C9-29178509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03811" y="4704710"/>
                <a:ext cx="1169675" cy="338554"/>
              </a:xfrm>
              <a:prstGeom prst="rect">
                <a:avLst/>
              </a:prstGeom>
              <a:blipFill>
                <a:blip r:embed="rId5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文本框 241">
            <a:extLst>
              <a:ext uri="{FF2B5EF4-FFF2-40B4-BE49-F238E27FC236}">
                <a16:creationId xmlns:a16="http://schemas.microsoft.com/office/drawing/2014/main" id="{1A347E13-9E4C-F80C-B68E-64C6E17F994D}"/>
              </a:ext>
            </a:extLst>
          </p:cNvPr>
          <p:cNvSpPr txBox="1"/>
          <p:nvPr/>
        </p:nvSpPr>
        <p:spPr>
          <a:xfrm flipH="1">
            <a:off x="2419092" y="4498124"/>
            <a:ext cx="1530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   epoch  256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D75212CD-9BD6-8DD7-AFB5-5532DF2A969D}"/>
                  </a:ext>
                </a:extLst>
              </p:cNvPr>
              <p:cNvSpPr txBox="1"/>
              <p:nvPr/>
            </p:nvSpPr>
            <p:spPr>
              <a:xfrm flipH="1">
                <a:off x="5278161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D75212CD-9BD6-8DD7-AFB5-5532DF2A9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78161" y="4704710"/>
                <a:ext cx="1169675" cy="338554"/>
              </a:xfrm>
              <a:prstGeom prst="rect">
                <a:avLst/>
              </a:prstGeom>
              <a:blipFill>
                <a:blip r:embed="rId6"/>
                <a:stretch>
                  <a:fillRect l="-2151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5600485-5950-115D-7372-4EF557A866F3}"/>
                  </a:ext>
                </a:extLst>
              </p:cNvPr>
              <p:cNvSpPr txBox="1"/>
              <p:nvPr/>
            </p:nvSpPr>
            <p:spPr>
              <a:xfrm flipH="1">
                <a:off x="6538817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5600485-5950-115D-7372-4EF557A86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38817" y="4704710"/>
                <a:ext cx="1169675" cy="338554"/>
              </a:xfrm>
              <a:prstGeom prst="rect">
                <a:avLst/>
              </a:prstGeom>
              <a:blipFill>
                <a:blip r:embed="rId7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FEBC5FC-865D-9D3F-95D8-4344C7C955B6}"/>
                  </a:ext>
                </a:extLst>
              </p:cNvPr>
              <p:cNvSpPr txBox="1"/>
              <p:nvPr/>
            </p:nvSpPr>
            <p:spPr>
              <a:xfrm flipH="1">
                <a:off x="7713167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FEBC5FC-865D-9D3F-95D8-4344C7C95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3167" y="4704710"/>
                <a:ext cx="1169675" cy="338554"/>
              </a:xfrm>
              <a:prstGeom prst="rect">
                <a:avLst/>
              </a:prstGeom>
              <a:blipFill>
                <a:blip r:embed="rId8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图形 11">
            <a:extLst>
              <a:ext uri="{FF2B5EF4-FFF2-40B4-BE49-F238E27FC236}">
                <a16:creationId xmlns:a16="http://schemas.microsoft.com/office/drawing/2014/main" id="{B0106E4D-B83F-EF22-DA3A-11E4531C4F2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066278" y="1977855"/>
            <a:ext cx="1395519" cy="2647714"/>
          </a:xfrm>
          <a:prstGeom prst="rect">
            <a:avLst/>
          </a:prstGeom>
        </p:spPr>
      </p:pic>
      <p:pic>
        <p:nvPicPr>
          <p:cNvPr id="97" name="图形 9">
            <a:extLst>
              <a:ext uri="{FF2B5EF4-FFF2-40B4-BE49-F238E27FC236}">
                <a16:creationId xmlns:a16="http://schemas.microsoft.com/office/drawing/2014/main" id="{E7F9E240-0C6D-1030-7F12-3A498CF8E62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744580" y="1821146"/>
            <a:ext cx="4903382" cy="2987999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4228EA08-2C5E-EDCC-5ADE-CB919683EFD3}"/>
              </a:ext>
            </a:extLst>
          </p:cNvPr>
          <p:cNvSpPr txBox="1"/>
          <p:nvPr/>
        </p:nvSpPr>
        <p:spPr>
          <a:xfrm>
            <a:off x="10784441" y="1596352"/>
            <a:ext cx="1433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578B9B6-F2E1-6B0A-8F25-91966A9C68D9}"/>
              </a:ext>
            </a:extLst>
          </p:cNvPr>
          <p:cNvSpPr txBox="1"/>
          <p:nvPr/>
        </p:nvSpPr>
        <p:spPr>
          <a:xfrm>
            <a:off x="11967183" y="1596352"/>
            <a:ext cx="1445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9061B4C-FC28-BC99-3111-1F59BA6E3B72}"/>
              </a:ext>
            </a:extLst>
          </p:cNvPr>
          <p:cNvSpPr txBox="1"/>
          <p:nvPr/>
        </p:nvSpPr>
        <p:spPr>
          <a:xfrm>
            <a:off x="10635152" y="1052317"/>
            <a:ext cx="2758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</a:t>
            </a:r>
            <a:endParaRPr lang="zh-CN" altLang="en-US" sz="2000" dirty="0">
              <a:solidFill>
                <a:srgbClr val="0C62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6957791-CA52-767E-B17A-0FC34D439495}"/>
              </a:ext>
            </a:extLst>
          </p:cNvPr>
          <p:cNvSpPr txBox="1"/>
          <p:nvPr/>
        </p:nvSpPr>
        <p:spPr>
          <a:xfrm>
            <a:off x="13304436" y="1047418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</a:t>
            </a:r>
            <a:endParaRPr lang="zh-CN" altLang="en-US" sz="2000" dirty="0">
              <a:solidFill>
                <a:srgbClr val="D733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47619BF-D3EE-EEAC-8759-3EACD1F8BBFA}"/>
              </a:ext>
            </a:extLst>
          </p:cNvPr>
          <p:cNvSpPr txBox="1"/>
          <p:nvPr/>
        </p:nvSpPr>
        <p:spPr>
          <a:xfrm>
            <a:off x="14340358" y="1596351"/>
            <a:ext cx="130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D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11988D42-A906-EF77-0999-C40C5172CAA2}"/>
              </a:ext>
            </a:extLst>
          </p:cNvPr>
          <p:cNvSpPr txBox="1"/>
          <p:nvPr/>
        </p:nvSpPr>
        <p:spPr>
          <a:xfrm>
            <a:off x="13173323" y="1596351"/>
            <a:ext cx="145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D26FC13-86A5-4A12-F7B0-FAAA8C605EDD}"/>
              </a:ext>
            </a:extLst>
          </p:cNvPr>
          <p:cNvSpPr txBox="1"/>
          <p:nvPr/>
        </p:nvSpPr>
        <p:spPr>
          <a:xfrm>
            <a:off x="10443171" y="2593698"/>
            <a:ext cx="430887" cy="63895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EED176-09AE-2BAE-CCDC-83D696BCB0BD}"/>
              </a:ext>
            </a:extLst>
          </p:cNvPr>
          <p:cNvSpPr txBox="1"/>
          <p:nvPr/>
        </p:nvSpPr>
        <p:spPr>
          <a:xfrm>
            <a:off x="10445975" y="3260570"/>
            <a:ext cx="430887" cy="73994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spindle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40C291E9-7EF7-430B-AC68-146A055FEF0B}"/>
              </a:ext>
            </a:extLst>
          </p:cNvPr>
          <p:cNvSpPr txBox="1"/>
          <p:nvPr/>
        </p:nvSpPr>
        <p:spPr>
          <a:xfrm>
            <a:off x="10868950" y="700243"/>
            <a:ext cx="470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VGG-11 trained on CIFAR-10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1418202A-5874-F0A1-406B-B08398AF5AE2}"/>
              </a:ext>
            </a:extLst>
          </p:cNvPr>
          <p:cNvGrpSpPr/>
          <p:nvPr/>
        </p:nvGrpSpPr>
        <p:grpSpPr>
          <a:xfrm>
            <a:off x="9089656" y="3435342"/>
            <a:ext cx="1253999" cy="1058875"/>
            <a:chOff x="2118765" y="-1106326"/>
            <a:chExt cx="1352669" cy="1156287"/>
          </a:xfrm>
        </p:grpSpPr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8FEBB1C7-340A-C3A9-34EB-60D8D587BEB7}"/>
                </a:ext>
              </a:extLst>
            </p:cNvPr>
            <p:cNvSpPr txBox="1"/>
            <p:nvPr/>
          </p:nvSpPr>
          <p:spPr>
            <a:xfrm>
              <a:off x="2257204" y="-319738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3E83C90E-B9C1-4035-B19D-08221C702D7A}"/>
                </a:ext>
              </a:extLst>
            </p:cNvPr>
            <p:cNvSpPr txBox="1"/>
            <p:nvPr/>
          </p:nvSpPr>
          <p:spPr>
            <a:xfrm>
              <a:off x="2743873" y="-374067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B8FB4387-906C-081C-CAEC-95905A2A8C82}"/>
                </a:ext>
              </a:extLst>
            </p:cNvPr>
            <p:cNvSpPr txBox="1"/>
            <p:nvPr/>
          </p:nvSpPr>
          <p:spPr>
            <a:xfrm>
              <a:off x="3113156" y="-565143"/>
              <a:ext cx="358278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3A851E67-2C63-FC2A-E1B1-F836ACACB216}"/>
                </a:ext>
              </a:extLst>
            </p:cNvPr>
            <p:cNvSpPr txBox="1"/>
            <p:nvPr/>
          </p:nvSpPr>
          <p:spPr>
            <a:xfrm>
              <a:off x="3096832" y="-1106326"/>
              <a:ext cx="358278" cy="369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400712B2-A346-1018-A079-D4BE4B1ED03A}"/>
                </a:ext>
              </a:extLst>
            </p:cNvPr>
            <p:cNvSpPr txBox="1"/>
            <p:nvPr/>
          </p:nvSpPr>
          <p:spPr>
            <a:xfrm>
              <a:off x="2118765" y="-1091796"/>
              <a:ext cx="1296493" cy="63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Four</a:t>
              </a:r>
            </a:p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timepoints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直接连接符 26">
              <a:extLst>
                <a:ext uri="{FF2B5EF4-FFF2-40B4-BE49-F238E27FC236}">
                  <a16:creationId xmlns:a16="http://schemas.microsoft.com/office/drawing/2014/main" id="{39F21BDE-2A06-7345-D1E0-7D68A574C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8479" y="-481355"/>
              <a:ext cx="88684" cy="22316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27">
              <a:extLst>
                <a:ext uri="{FF2B5EF4-FFF2-40B4-BE49-F238E27FC236}">
                  <a16:creationId xmlns:a16="http://schemas.microsoft.com/office/drawing/2014/main" id="{0BA9CAAE-AF3B-F5D1-6830-E2A7EE9738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647" y="-481355"/>
              <a:ext cx="80553" cy="156599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28">
              <a:extLst>
                <a:ext uri="{FF2B5EF4-FFF2-40B4-BE49-F238E27FC236}">
                  <a16:creationId xmlns:a16="http://schemas.microsoft.com/office/drawing/2014/main" id="{9566E6F5-D053-55EC-965E-ECFD259CB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8491" y="-885230"/>
              <a:ext cx="157992" cy="10859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29">
              <a:extLst>
                <a:ext uri="{FF2B5EF4-FFF2-40B4-BE49-F238E27FC236}">
                  <a16:creationId xmlns:a16="http://schemas.microsoft.com/office/drawing/2014/main" id="{340FC0BD-0881-7E8B-BFB5-91695E6EF5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32359" y="-494451"/>
              <a:ext cx="161014" cy="119437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B71FF38-E791-7C5D-8C84-E8191392E13F}"/>
              </a:ext>
            </a:extLst>
          </p:cNvPr>
          <p:cNvSpPr txBox="1"/>
          <p:nvPr/>
        </p:nvSpPr>
        <p:spPr>
          <a:xfrm>
            <a:off x="10446261" y="4000393"/>
            <a:ext cx="430887" cy="8088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residual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右大括号 119">
            <a:extLst>
              <a:ext uri="{FF2B5EF4-FFF2-40B4-BE49-F238E27FC236}">
                <a16:creationId xmlns:a16="http://schemas.microsoft.com/office/drawing/2014/main" id="{E43A3D23-6D52-6B0A-44FF-CD74FE7B3DBD}"/>
              </a:ext>
            </a:extLst>
          </p:cNvPr>
          <p:cNvSpPr/>
          <p:nvPr/>
        </p:nvSpPr>
        <p:spPr>
          <a:xfrm rot="16200000">
            <a:off x="11922426" y="461249"/>
            <a:ext cx="160307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0C62E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C62EB"/>
              </a:solidFill>
            </a:endParaRPr>
          </a:p>
        </p:txBody>
      </p:sp>
      <p:sp>
        <p:nvSpPr>
          <p:cNvPr id="121" name="右大括号 120">
            <a:extLst>
              <a:ext uri="{FF2B5EF4-FFF2-40B4-BE49-F238E27FC236}">
                <a16:creationId xmlns:a16="http://schemas.microsoft.com/office/drawing/2014/main" id="{CB1A164F-8D78-B1DD-9151-75856A450344}"/>
              </a:ext>
            </a:extLst>
          </p:cNvPr>
          <p:cNvSpPr/>
          <p:nvPr/>
        </p:nvSpPr>
        <p:spPr>
          <a:xfrm rot="16200000">
            <a:off x="14319499" y="458047"/>
            <a:ext cx="166711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D7332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4117B4A-BFF2-6543-6951-D9B257AA7C36}"/>
              </a:ext>
            </a:extLst>
          </p:cNvPr>
          <p:cNvSpPr txBox="1"/>
          <p:nvPr/>
        </p:nvSpPr>
        <p:spPr>
          <a:xfrm>
            <a:off x="9498238" y="1435324"/>
            <a:ext cx="1255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Testing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5349D4F8-BB2C-0EF3-566A-DBE13EA10C64}"/>
              </a:ext>
            </a:extLst>
          </p:cNvPr>
          <p:cNvSpPr txBox="1"/>
          <p:nvPr/>
        </p:nvSpPr>
        <p:spPr>
          <a:xfrm>
            <a:off x="9508247" y="1721846"/>
            <a:ext cx="149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Training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6" name="直接连接符 55">
            <a:extLst>
              <a:ext uri="{FF2B5EF4-FFF2-40B4-BE49-F238E27FC236}">
                <a16:creationId xmlns:a16="http://schemas.microsoft.com/office/drawing/2014/main" id="{41A4D6FC-B645-8A63-0A18-461DCEFDBA86}"/>
              </a:ext>
            </a:extLst>
          </p:cNvPr>
          <p:cNvCxnSpPr>
            <a:cxnSpLocks/>
          </p:cNvCxnSpPr>
          <p:nvPr/>
        </p:nvCxnSpPr>
        <p:spPr>
          <a:xfrm>
            <a:off x="9071490" y="1629742"/>
            <a:ext cx="429660" cy="0"/>
          </a:xfrm>
          <a:prstGeom prst="line">
            <a:avLst/>
          </a:prstGeom>
          <a:ln w="28575">
            <a:solidFill>
              <a:srgbClr val="E64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66">
            <a:extLst>
              <a:ext uri="{FF2B5EF4-FFF2-40B4-BE49-F238E27FC236}">
                <a16:creationId xmlns:a16="http://schemas.microsoft.com/office/drawing/2014/main" id="{DD629F33-3856-27C4-0E50-A1AC4FE0BEA5}"/>
              </a:ext>
            </a:extLst>
          </p:cNvPr>
          <p:cNvCxnSpPr>
            <a:cxnSpLocks/>
          </p:cNvCxnSpPr>
          <p:nvPr/>
        </p:nvCxnSpPr>
        <p:spPr>
          <a:xfrm>
            <a:off x="9088967" y="1904470"/>
            <a:ext cx="429660" cy="0"/>
          </a:xfrm>
          <a:prstGeom prst="line">
            <a:avLst/>
          </a:prstGeom>
          <a:ln w="28575">
            <a:solidFill>
              <a:srgbClr val="3C7F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CE47140-50D2-D9E9-2DD3-2B6CCEE4456B}"/>
              </a:ext>
            </a:extLst>
          </p:cNvPr>
          <p:cNvSpPr txBox="1"/>
          <p:nvPr/>
        </p:nvSpPr>
        <p:spPr>
          <a:xfrm>
            <a:off x="9603213" y="3133842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highlight>
                  <a:srgbClr val="CCFF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Loss gap</a:t>
            </a:r>
            <a:endParaRPr lang="zh-CN" altLang="en-US" sz="1600" dirty="0">
              <a:highlight>
                <a:srgbClr val="CCFF9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AABEA978-D487-944E-CA40-7D3904CA31B8}"/>
              </a:ext>
            </a:extLst>
          </p:cNvPr>
          <p:cNvSpPr/>
          <p:nvPr/>
        </p:nvSpPr>
        <p:spPr>
          <a:xfrm>
            <a:off x="9265898" y="1869632"/>
            <a:ext cx="72000" cy="72000"/>
          </a:xfrm>
          <a:prstGeom prst="ellipse">
            <a:avLst/>
          </a:prstGeom>
          <a:solidFill>
            <a:srgbClr val="3C7FB1"/>
          </a:solidFill>
          <a:ln>
            <a:solidFill>
              <a:srgbClr val="3C7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ECF3BBE4-FDF1-1D93-F40A-CF9B8E4A7008}"/>
              </a:ext>
            </a:extLst>
          </p:cNvPr>
          <p:cNvSpPr/>
          <p:nvPr/>
        </p:nvSpPr>
        <p:spPr>
          <a:xfrm>
            <a:off x="9263237" y="1596945"/>
            <a:ext cx="72000" cy="72000"/>
          </a:xfrm>
          <a:prstGeom prst="ellipse">
            <a:avLst/>
          </a:prstGeom>
          <a:solidFill>
            <a:srgbClr val="E64432"/>
          </a:solidFill>
          <a:ln>
            <a:solidFill>
              <a:srgbClr val="E644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6" name="直接连接符 87">
            <a:extLst>
              <a:ext uri="{FF2B5EF4-FFF2-40B4-BE49-F238E27FC236}">
                <a16:creationId xmlns:a16="http://schemas.microsoft.com/office/drawing/2014/main" id="{A544C5C9-5EF2-BCAC-56D5-6836D291FBF3}"/>
              </a:ext>
            </a:extLst>
          </p:cNvPr>
          <p:cNvCxnSpPr>
            <a:cxnSpLocks/>
          </p:cNvCxnSpPr>
          <p:nvPr/>
        </p:nvCxnSpPr>
        <p:spPr>
          <a:xfrm>
            <a:off x="9176462" y="3314301"/>
            <a:ext cx="42966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B11CA210-9D3E-B46D-DCC7-1B5569D5430E}"/>
              </a:ext>
            </a:extLst>
          </p:cNvPr>
          <p:cNvSpPr/>
          <p:nvPr/>
        </p:nvSpPr>
        <p:spPr>
          <a:xfrm>
            <a:off x="9368209" y="3281504"/>
            <a:ext cx="72000" cy="7200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0080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E375036F-C8EC-33AA-A08F-ECAFA8B2726F}"/>
                  </a:ext>
                </a:extLst>
              </p:cNvPr>
              <p:cNvSpPr txBox="1"/>
              <p:nvPr/>
            </p:nvSpPr>
            <p:spPr>
              <a:xfrm flipH="1">
                <a:off x="10832190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E375036F-C8EC-33AA-A08F-ECAFA8B27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832190" y="4704710"/>
                <a:ext cx="1169675" cy="338554"/>
              </a:xfrm>
              <a:prstGeom prst="rect">
                <a:avLst/>
              </a:prstGeom>
              <a:blipFill>
                <a:blip r:embed="rId11"/>
                <a:stretch>
                  <a:fillRect l="-2128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文本框 199">
            <a:extLst>
              <a:ext uri="{FF2B5EF4-FFF2-40B4-BE49-F238E27FC236}">
                <a16:creationId xmlns:a16="http://schemas.microsoft.com/office/drawing/2014/main" id="{6F285CDB-4946-EA0D-9BDB-24038E1AAC48}"/>
              </a:ext>
            </a:extLst>
          </p:cNvPr>
          <p:cNvSpPr txBox="1"/>
          <p:nvPr/>
        </p:nvSpPr>
        <p:spPr>
          <a:xfrm flipH="1">
            <a:off x="9171221" y="4490855"/>
            <a:ext cx="1530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   epoch  256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9A5092-1105-ED4C-B522-9C7621FD076F}"/>
                  </a:ext>
                </a:extLst>
              </p:cNvPr>
              <p:cNvSpPr txBox="1"/>
              <p:nvPr/>
            </p:nvSpPr>
            <p:spPr>
              <a:xfrm flipH="1">
                <a:off x="12006540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9A5092-1105-ED4C-B522-9C7621FD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006540" y="4704710"/>
                <a:ext cx="1169675" cy="338554"/>
              </a:xfrm>
              <a:prstGeom prst="rect">
                <a:avLst/>
              </a:prstGeom>
              <a:blipFill>
                <a:blip r:embed="rId12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0CDDF4F8-21B5-D47A-5864-0DF2210830F2}"/>
                  </a:ext>
                </a:extLst>
              </p:cNvPr>
              <p:cNvSpPr txBox="1"/>
              <p:nvPr/>
            </p:nvSpPr>
            <p:spPr>
              <a:xfrm flipH="1">
                <a:off x="13267196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0CDDF4F8-21B5-D47A-5864-0DF221083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7196" y="4704710"/>
                <a:ext cx="1169675" cy="338554"/>
              </a:xfrm>
              <a:prstGeom prst="rect">
                <a:avLst/>
              </a:prstGeom>
              <a:blipFill>
                <a:blip r:embed="rId13"/>
                <a:stretch>
                  <a:fillRect l="-2151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0309BBAC-5238-E941-B691-9D9944AF3E5D}"/>
                  </a:ext>
                </a:extLst>
              </p:cNvPr>
              <p:cNvSpPr txBox="1"/>
              <p:nvPr/>
            </p:nvSpPr>
            <p:spPr>
              <a:xfrm flipH="1">
                <a:off x="14441546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0309BBAC-5238-E941-B691-9D9944AF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41546" y="4704710"/>
                <a:ext cx="1169675" cy="338554"/>
              </a:xfrm>
              <a:prstGeom prst="rect">
                <a:avLst/>
              </a:prstGeom>
              <a:blipFill>
                <a:blip r:embed="rId5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文本框 203">
            <a:extLst>
              <a:ext uri="{FF2B5EF4-FFF2-40B4-BE49-F238E27FC236}">
                <a16:creationId xmlns:a16="http://schemas.microsoft.com/office/drawing/2014/main" id="{00B7858A-E9B1-F6DA-B482-7AA63F025567}"/>
              </a:ext>
            </a:extLst>
          </p:cNvPr>
          <p:cNvSpPr txBox="1"/>
          <p:nvPr/>
        </p:nvSpPr>
        <p:spPr>
          <a:xfrm>
            <a:off x="3351457" y="5030346"/>
            <a:ext cx="48247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phase:</a:t>
            </a:r>
            <a:r>
              <a:rPr lang="zh-CN" altLang="en-US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penalizing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interactions in the spindle-shaped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C9B4A0DD-A296-4046-3199-9534594C069B}"/>
              </a:ext>
            </a:extLst>
          </p:cNvPr>
          <p:cNvSpPr txBox="1"/>
          <p:nvPr/>
        </p:nvSpPr>
        <p:spPr>
          <a:xfrm>
            <a:off x="8114082" y="5017507"/>
            <a:ext cx="46581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phase:</a:t>
            </a:r>
            <a:r>
              <a:rPr lang="zh-CN" altLang="en-US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enhancing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interactions in the spindle-shaped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图形 47" descr="箭头: 顺时针弯曲 纯色填充">
            <a:extLst>
              <a:ext uri="{FF2B5EF4-FFF2-40B4-BE49-F238E27FC236}">
                <a16:creationId xmlns:a16="http://schemas.microsoft.com/office/drawing/2014/main" id="{955F392A-D81A-1829-5492-D6B794432240}"/>
              </a:ext>
            </a:extLst>
          </p:cNvPr>
          <p:cNvSpPr/>
          <p:nvPr/>
        </p:nvSpPr>
        <p:spPr>
          <a:xfrm rot="12919754">
            <a:off x="5852798" y="3871134"/>
            <a:ext cx="617755" cy="1319768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0C62EB">
              <a:alpha val="29804"/>
            </a:srgb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0C62EB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8" name="图形 47" descr="箭头: 顺时针弯曲 纯色填充">
            <a:extLst>
              <a:ext uri="{FF2B5EF4-FFF2-40B4-BE49-F238E27FC236}">
                <a16:creationId xmlns:a16="http://schemas.microsoft.com/office/drawing/2014/main" id="{2799F935-9835-A4D2-C67F-F957A1544686}"/>
              </a:ext>
            </a:extLst>
          </p:cNvPr>
          <p:cNvSpPr/>
          <p:nvPr/>
        </p:nvSpPr>
        <p:spPr>
          <a:xfrm rot="8659646" flipH="1">
            <a:off x="8604470" y="3928465"/>
            <a:ext cx="541992" cy="1165407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D73324">
              <a:alpha val="29804"/>
            </a:srgb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37FA3C42-9E62-0593-25EB-C593015FCA8F}"/>
              </a:ext>
            </a:extLst>
          </p:cNvPr>
          <p:cNvSpPr txBox="1"/>
          <p:nvPr/>
        </p:nvSpPr>
        <p:spPr>
          <a:xfrm>
            <a:off x="12538582" y="5051447"/>
            <a:ext cx="29442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图形 47" descr="箭头: 顺时针弯曲 纯色填充">
            <a:extLst>
              <a:ext uri="{FF2B5EF4-FFF2-40B4-BE49-F238E27FC236}">
                <a16:creationId xmlns:a16="http://schemas.microsoft.com/office/drawing/2014/main" id="{F73B91EE-C580-D7AB-B923-EDFC90D88B61}"/>
              </a:ext>
            </a:extLst>
          </p:cNvPr>
          <p:cNvSpPr/>
          <p:nvPr/>
        </p:nvSpPr>
        <p:spPr>
          <a:xfrm rot="14058578">
            <a:off x="15117271" y="4676069"/>
            <a:ext cx="482436" cy="512115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0196"/>
            </a:scheme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10FB841B-A31E-0654-3FF9-AA1152E8BDE7}"/>
              </a:ext>
            </a:extLst>
          </p:cNvPr>
          <p:cNvSpPr/>
          <p:nvPr/>
        </p:nvSpPr>
        <p:spPr>
          <a:xfrm>
            <a:off x="9145816" y="3505193"/>
            <a:ext cx="669548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ED47DC91-46CD-A288-29EB-0AE9087D4CE7}"/>
              </a:ext>
            </a:extLst>
          </p:cNvPr>
          <p:cNvSpPr/>
          <p:nvPr/>
        </p:nvSpPr>
        <p:spPr>
          <a:xfrm>
            <a:off x="9147906" y="2040044"/>
            <a:ext cx="669548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FDA1719D-0FC3-051B-6851-FBCCC701FA60}"/>
              </a:ext>
            </a:extLst>
          </p:cNvPr>
          <p:cNvSpPr/>
          <p:nvPr/>
        </p:nvSpPr>
        <p:spPr>
          <a:xfrm>
            <a:off x="2451878" y="3498997"/>
            <a:ext cx="682033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24A5D2-01DE-6091-9B42-7347295D1874}"/>
              </a:ext>
            </a:extLst>
          </p:cNvPr>
          <p:cNvSpPr/>
          <p:nvPr/>
        </p:nvSpPr>
        <p:spPr>
          <a:xfrm>
            <a:off x="2453968" y="2042013"/>
            <a:ext cx="682033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8" name="直接箭头连接符 110">
            <a:extLst>
              <a:ext uri="{FF2B5EF4-FFF2-40B4-BE49-F238E27FC236}">
                <a16:creationId xmlns:a16="http://schemas.microsoft.com/office/drawing/2014/main" id="{2195491D-8D28-AD98-D0BC-2601AB982325}"/>
              </a:ext>
            </a:extLst>
          </p:cNvPr>
          <p:cNvCxnSpPr>
            <a:cxnSpLocks/>
          </p:cNvCxnSpPr>
          <p:nvPr/>
        </p:nvCxnSpPr>
        <p:spPr>
          <a:xfrm>
            <a:off x="10253180" y="2754355"/>
            <a:ext cx="0" cy="254940"/>
          </a:xfrm>
          <a:prstGeom prst="straightConnector1">
            <a:avLst/>
          </a:prstGeom>
          <a:ln w="190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B36F906B-65DD-060C-A122-8B5F41159DA6}"/>
              </a:ext>
            </a:extLst>
          </p:cNvPr>
          <p:cNvSpPr/>
          <p:nvPr/>
        </p:nvSpPr>
        <p:spPr>
          <a:xfrm>
            <a:off x="9825373" y="3495022"/>
            <a:ext cx="573258" cy="1037671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211E03-DABD-7969-FFAC-34604519AD46}"/>
              </a:ext>
            </a:extLst>
          </p:cNvPr>
          <p:cNvSpPr/>
          <p:nvPr/>
        </p:nvSpPr>
        <p:spPr>
          <a:xfrm>
            <a:off x="3160214" y="3488826"/>
            <a:ext cx="544479" cy="1037671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3939F3F-60A4-22D9-0BC3-A2DDF93BED14}"/>
              </a:ext>
            </a:extLst>
          </p:cNvPr>
          <p:cNvSpPr/>
          <p:nvPr/>
        </p:nvSpPr>
        <p:spPr>
          <a:xfrm>
            <a:off x="4114202" y="1876902"/>
            <a:ext cx="2344025" cy="2102734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638CA6-F9A4-9B66-791A-5894E9D0F903}"/>
              </a:ext>
            </a:extLst>
          </p:cNvPr>
          <p:cNvSpPr txBox="1"/>
          <p:nvPr/>
        </p:nvSpPr>
        <p:spPr>
          <a:xfrm>
            <a:off x="3726556" y="2098387"/>
            <a:ext cx="430887" cy="29591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893FD7-0601-53F8-910C-6A9C817F5F10}"/>
              </a:ext>
            </a:extLst>
          </p:cNvPr>
          <p:cNvSpPr txBox="1"/>
          <p:nvPr/>
        </p:nvSpPr>
        <p:spPr>
          <a:xfrm>
            <a:off x="10445975" y="2085500"/>
            <a:ext cx="430887" cy="29591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0FBF4D-52C9-EE2B-2A9F-C05C3318FF50}"/>
              </a:ext>
            </a:extLst>
          </p:cNvPr>
          <p:cNvSpPr/>
          <p:nvPr/>
        </p:nvSpPr>
        <p:spPr>
          <a:xfrm>
            <a:off x="13239776" y="1890487"/>
            <a:ext cx="2344025" cy="2096177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EB86D1-5AEC-8685-84A7-12B2E78E4D76}"/>
              </a:ext>
            </a:extLst>
          </p:cNvPr>
          <p:cNvSpPr/>
          <p:nvPr/>
        </p:nvSpPr>
        <p:spPr>
          <a:xfrm>
            <a:off x="10844124" y="1884170"/>
            <a:ext cx="2344025" cy="2095465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9C931E-903B-7117-DCDE-68C7CF483467}"/>
              </a:ext>
            </a:extLst>
          </p:cNvPr>
          <p:cNvSpPr/>
          <p:nvPr/>
        </p:nvSpPr>
        <p:spPr>
          <a:xfrm>
            <a:off x="6518176" y="1876189"/>
            <a:ext cx="2344025" cy="2120635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B0A3B4-AAA5-D5BC-E778-ACFFFC2CE894}"/>
              </a:ext>
            </a:extLst>
          </p:cNvPr>
          <p:cNvSpPr/>
          <p:nvPr/>
        </p:nvSpPr>
        <p:spPr>
          <a:xfrm>
            <a:off x="10826738" y="4034808"/>
            <a:ext cx="4742564" cy="677516"/>
          </a:xfrm>
          <a:prstGeom prst="rect">
            <a:avLst/>
          </a:pr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D0E72B-288C-9E68-0AC7-1A8797ED4021}"/>
              </a:ext>
            </a:extLst>
          </p:cNvPr>
          <p:cNvSpPr/>
          <p:nvPr/>
        </p:nvSpPr>
        <p:spPr>
          <a:xfrm>
            <a:off x="4124374" y="4047642"/>
            <a:ext cx="4742564" cy="677516"/>
          </a:xfrm>
          <a:prstGeom prst="rect">
            <a:avLst/>
          </a:pr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07252D-1DF1-E84A-FE41-49CC56C6083A}"/>
              </a:ext>
            </a:extLst>
          </p:cNvPr>
          <p:cNvSpPr/>
          <p:nvPr/>
        </p:nvSpPr>
        <p:spPr>
          <a:xfrm>
            <a:off x="3162304" y="2038852"/>
            <a:ext cx="544479" cy="1037671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E3B285-F8E4-6FE1-BAD6-9750A347EBF1}"/>
              </a:ext>
            </a:extLst>
          </p:cNvPr>
          <p:cNvSpPr/>
          <p:nvPr/>
        </p:nvSpPr>
        <p:spPr>
          <a:xfrm>
            <a:off x="9827463" y="2029873"/>
            <a:ext cx="573258" cy="1037671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886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74DA-7D96-B708-DACC-F6DF2B88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形 11">
            <a:extLst>
              <a:ext uri="{FF2B5EF4-FFF2-40B4-BE49-F238E27FC236}">
                <a16:creationId xmlns:a16="http://schemas.microsoft.com/office/drawing/2014/main" id="{9EEDB138-3ACF-D90B-D128-DBC394E1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60449" y="1973549"/>
            <a:ext cx="1395519" cy="2647714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99CA938A-3798-D7A7-435D-9A59AF1F74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16201" y="1828415"/>
            <a:ext cx="4903382" cy="298799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17CD3B1-CE81-9A32-FEAA-080211EE1F57}"/>
              </a:ext>
            </a:extLst>
          </p:cNvPr>
          <p:cNvSpPr txBox="1"/>
          <p:nvPr/>
        </p:nvSpPr>
        <p:spPr>
          <a:xfrm>
            <a:off x="4056062" y="1603621"/>
            <a:ext cx="1433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BAED60-1FC4-1E4E-A2D4-C5BD36B16938}"/>
              </a:ext>
            </a:extLst>
          </p:cNvPr>
          <p:cNvSpPr txBox="1"/>
          <p:nvPr/>
        </p:nvSpPr>
        <p:spPr>
          <a:xfrm>
            <a:off x="5272360" y="1603621"/>
            <a:ext cx="1284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6379B70-52D4-5C8D-50EF-8BCA732CF082}"/>
              </a:ext>
            </a:extLst>
          </p:cNvPr>
          <p:cNvSpPr txBox="1"/>
          <p:nvPr/>
        </p:nvSpPr>
        <p:spPr>
          <a:xfrm>
            <a:off x="3906773" y="1059586"/>
            <a:ext cx="2758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</a:t>
            </a:r>
            <a:endParaRPr lang="zh-CN" altLang="en-US" sz="2000" dirty="0">
              <a:solidFill>
                <a:srgbClr val="0C62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769C3BF-79B6-A330-2C52-3AC44DC7AC8A}"/>
              </a:ext>
            </a:extLst>
          </p:cNvPr>
          <p:cNvSpPr txBox="1"/>
          <p:nvPr/>
        </p:nvSpPr>
        <p:spPr>
          <a:xfrm>
            <a:off x="6576057" y="1054687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</a:t>
            </a:r>
            <a:endParaRPr lang="zh-CN" altLang="en-US" sz="2000" dirty="0">
              <a:solidFill>
                <a:srgbClr val="D733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6AF722A-5F51-8562-2CB6-708455F1744F}"/>
              </a:ext>
            </a:extLst>
          </p:cNvPr>
          <p:cNvSpPr txBox="1"/>
          <p:nvPr/>
        </p:nvSpPr>
        <p:spPr>
          <a:xfrm>
            <a:off x="7637146" y="1603620"/>
            <a:ext cx="130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D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B327A8A2-D042-E880-7CE1-9A72812F01BD}"/>
              </a:ext>
            </a:extLst>
          </p:cNvPr>
          <p:cNvSpPr txBox="1"/>
          <p:nvPr/>
        </p:nvSpPr>
        <p:spPr>
          <a:xfrm>
            <a:off x="6453333" y="1603620"/>
            <a:ext cx="145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CC106FB-E1A4-FFB9-6DB7-DFBB35694551}"/>
              </a:ext>
            </a:extLst>
          </p:cNvPr>
          <p:cNvSpPr txBox="1"/>
          <p:nvPr/>
        </p:nvSpPr>
        <p:spPr>
          <a:xfrm>
            <a:off x="3714792" y="2600967"/>
            <a:ext cx="430887" cy="63895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17D0B77-AF31-7AB7-B24B-78BA35344A5A}"/>
              </a:ext>
            </a:extLst>
          </p:cNvPr>
          <p:cNvSpPr txBox="1"/>
          <p:nvPr/>
        </p:nvSpPr>
        <p:spPr>
          <a:xfrm>
            <a:off x="3717596" y="3267839"/>
            <a:ext cx="430887" cy="73994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spindle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D75659B-7413-0039-33E4-962ACE2A0A1A}"/>
              </a:ext>
            </a:extLst>
          </p:cNvPr>
          <p:cNvSpPr txBox="1"/>
          <p:nvPr/>
        </p:nvSpPr>
        <p:spPr>
          <a:xfrm>
            <a:off x="4140571" y="707512"/>
            <a:ext cx="470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trained on CUB200-2011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19472E-1CB3-21E1-3808-6A0511533FCC}"/>
              </a:ext>
            </a:extLst>
          </p:cNvPr>
          <p:cNvGrpSpPr/>
          <p:nvPr/>
        </p:nvGrpSpPr>
        <p:grpSpPr>
          <a:xfrm>
            <a:off x="2419092" y="3416613"/>
            <a:ext cx="1342450" cy="1084873"/>
            <a:chOff x="2206748" y="-1134715"/>
            <a:chExt cx="1448081" cy="118467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298B9E8-8B1C-EB17-EAF6-01882405D0E8}"/>
                </a:ext>
              </a:extLst>
            </p:cNvPr>
            <p:cNvSpPr txBox="1"/>
            <p:nvPr/>
          </p:nvSpPr>
          <p:spPr>
            <a:xfrm>
              <a:off x="2257204" y="-319738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AE45308-DBE0-DFA8-5EF3-91802663D6A1}"/>
                </a:ext>
              </a:extLst>
            </p:cNvPr>
            <p:cNvSpPr txBox="1"/>
            <p:nvPr/>
          </p:nvSpPr>
          <p:spPr>
            <a:xfrm>
              <a:off x="2743873" y="-374067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245CA1A-ADC8-77AE-8B56-A9EB6D7DB024}"/>
                </a:ext>
              </a:extLst>
            </p:cNvPr>
            <p:cNvSpPr txBox="1"/>
            <p:nvPr/>
          </p:nvSpPr>
          <p:spPr>
            <a:xfrm>
              <a:off x="2946894" y="-1134715"/>
              <a:ext cx="358277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DDFF414-F64D-C938-9695-03D4E5DC6868}"/>
                </a:ext>
              </a:extLst>
            </p:cNvPr>
            <p:cNvSpPr txBox="1"/>
            <p:nvPr/>
          </p:nvSpPr>
          <p:spPr>
            <a:xfrm>
              <a:off x="3296552" y="-983152"/>
              <a:ext cx="358277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5876FFC-B515-DC79-18DF-85F9D2F5E173}"/>
                </a:ext>
              </a:extLst>
            </p:cNvPr>
            <p:cNvSpPr txBox="1"/>
            <p:nvPr/>
          </p:nvSpPr>
          <p:spPr>
            <a:xfrm>
              <a:off x="2206748" y="-1081837"/>
              <a:ext cx="1296491" cy="63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Four</a:t>
              </a:r>
            </a:p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timepoints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F24755F-6B17-4BE8-909F-61E735B72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8479" y="-489292"/>
              <a:ext cx="78423" cy="23110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69AAD7F-FB13-E4A7-CD8F-40935D6FC8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647" y="-489292"/>
              <a:ext cx="80553" cy="16453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4D18691-AA9C-ECFA-E109-A76FCC78A9D6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3138561" y="-798302"/>
              <a:ext cx="157992" cy="6648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3A9285D-1CDB-8377-9D6D-C2CA44F94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8199" y="-907399"/>
              <a:ext cx="178714" cy="52181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31468E4B-7971-A1FE-6DF3-2ED7C2383215}"/>
              </a:ext>
            </a:extLst>
          </p:cNvPr>
          <p:cNvSpPr txBox="1"/>
          <p:nvPr/>
        </p:nvSpPr>
        <p:spPr>
          <a:xfrm>
            <a:off x="3717882" y="4007662"/>
            <a:ext cx="430887" cy="8088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residual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797F200D-3865-2295-B998-ABBB33B2883C}"/>
              </a:ext>
            </a:extLst>
          </p:cNvPr>
          <p:cNvSpPr/>
          <p:nvPr/>
        </p:nvSpPr>
        <p:spPr>
          <a:xfrm rot="16200000">
            <a:off x="5194047" y="468518"/>
            <a:ext cx="160307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0C62E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C62EB"/>
              </a:solidFill>
            </a:endParaRP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FA8E39BC-22F2-47CE-BCEE-E0D3486736BB}"/>
              </a:ext>
            </a:extLst>
          </p:cNvPr>
          <p:cNvSpPr/>
          <p:nvPr/>
        </p:nvSpPr>
        <p:spPr>
          <a:xfrm rot="16200000">
            <a:off x="7591120" y="465316"/>
            <a:ext cx="166711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D7332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110">
            <a:extLst>
              <a:ext uri="{FF2B5EF4-FFF2-40B4-BE49-F238E27FC236}">
                <a16:creationId xmlns:a16="http://schemas.microsoft.com/office/drawing/2014/main" id="{E0B8300C-6F5B-CF85-14B8-8FEB46155FAB}"/>
              </a:ext>
            </a:extLst>
          </p:cNvPr>
          <p:cNvCxnSpPr>
            <a:cxnSpLocks/>
          </p:cNvCxnSpPr>
          <p:nvPr/>
        </p:nvCxnSpPr>
        <p:spPr>
          <a:xfrm>
            <a:off x="3409599" y="2344654"/>
            <a:ext cx="0" cy="606418"/>
          </a:xfrm>
          <a:prstGeom prst="straightConnector1">
            <a:avLst/>
          </a:prstGeom>
          <a:ln w="190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65233E27-128E-B8FC-8B59-69CFD31364FD}"/>
              </a:ext>
            </a:extLst>
          </p:cNvPr>
          <p:cNvSpPr/>
          <p:nvPr/>
        </p:nvSpPr>
        <p:spPr>
          <a:xfrm rot="10800000">
            <a:off x="3467361" y="2443471"/>
            <a:ext cx="117771" cy="442628"/>
          </a:xfrm>
          <a:prstGeom prst="leftBrace">
            <a:avLst/>
          </a:prstGeom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53781C8-D7CE-5A01-BF6A-928063C03401}"/>
              </a:ext>
            </a:extLst>
          </p:cNvPr>
          <p:cNvSpPr txBox="1"/>
          <p:nvPr/>
        </p:nvSpPr>
        <p:spPr>
          <a:xfrm>
            <a:off x="2746109" y="1442593"/>
            <a:ext cx="1390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Testing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8A96B03-400C-840F-DDA7-FE514CF68471}"/>
              </a:ext>
            </a:extLst>
          </p:cNvPr>
          <p:cNvSpPr txBox="1"/>
          <p:nvPr/>
        </p:nvSpPr>
        <p:spPr>
          <a:xfrm>
            <a:off x="2756118" y="1729115"/>
            <a:ext cx="149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Training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7" name="直接连接符 55">
            <a:extLst>
              <a:ext uri="{FF2B5EF4-FFF2-40B4-BE49-F238E27FC236}">
                <a16:creationId xmlns:a16="http://schemas.microsoft.com/office/drawing/2014/main" id="{8F362460-7D41-53E4-9C0D-4DF13D78A3BE}"/>
              </a:ext>
            </a:extLst>
          </p:cNvPr>
          <p:cNvCxnSpPr>
            <a:cxnSpLocks/>
          </p:cNvCxnSpPr>
          <p:nvPr/>
        </p:nvCxnSpPr>
        <p:spPr>
          <a:xfrm>
            <a:off x="2319361" y="1637011"/>
            <a:ext cx="429660" cy="0"/>
          </a:xfrm>
          <a:prstGeom prst="line">
            <a:avLst/>
          </a:prstGeom>
          <a:ln w="28575">
            <a:solidFill>
              <a:srgbClr val="E64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66">
            <a:extLst>
              <a:ext uri="{FF2B5EF4-FFF2-40B4-BE49-F238E27FC236}">
                <a16:creationId xmlns:a16="http://schemas.microsoft.com/office/drawing/2014/main" id="{81630605-7FEF-C5F9-8B97-0EA9425CBC30}"/>
              </a:ext>
            </a:extLst>
          </p:cNvPr>
          <p:cNvCxnSpPr>
            <a:cxnSpLocks/>
          </p:cNvCxnSpPr>
          <p:nvPr/>
        </p:nvCxnSpPr>
        <p:spPr>
          <a:xfrm>
            <a:off x="2336838" y="1911739"/>
            <a:ext cx="429660" cy="0"/>
          </a:xfrm>
          <a:prstGeom prst="line">
            <a:avLst/>
          </a:prstGeom>
          <a:ln w="28575">
            <a:solidFill>
              <a:srgbClr val="3C7F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232873B4-6C7A-E72D-2E6D-EAA0DCA9B9EE}"/>
              </a:ext>
            </a:extLst>
          </p:cNvPr>
          <p:cNvSpPr txBox="1"/>
          <p:nvPr/>
        </p:nvSpPr>
        <p:spPr>
          <a:xfrm>
            <a:off x="2851084" y="3141111"/>
            <a:ext cx="1120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ighlight>
                  <a:srgbClr val="CCFF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Loss gap</a:t>
            </a:r>
            <a:endParaRPr lang="zh-CN" altLang="en-US" sz="1600" dirty="0">
              <a:highlight>
                <a:srgbClr val="CCFF9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653F2ABE-1C44-4D5C-4822-3A30A9691C3B}"/>
              </a:ext>
            </a:extLst>
          </p:cNvPr>
          <p:cNvSpPr/>
          <p:nvPr/>
        </p:nvSpPr>
        <p:spPr>
          <a:xfrm>
            <a:off x="2513769" y="1876901"/>
            <a:ext cx="72000" cy="72000"/>
          </a:xfrm>
          <a:prstGeom prst="ellipse">
            <a:avLst/>
          </a:prstGeom>
          <a:solidFill>
            <a:srgbClr val="3C7FB1"/>
          </a:solidFill>
          <a:ln>
            <a:solidFill>
              <a:srgbClr val="3C7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6AD83E37-101C-DCF0-4B70-7C83F7E518E6}"/>
              </a:ext>
            </a:extLst>
          </p:cNvPr>
          <p:cNvSpPr/>
          <p:nvPr/>
        </p:nvSpPr>
        <p:spPr>
          <a:xfrm>
            <a:off x="2511108" y="1604214"/>
            <a:ext cx="72000" cy="72000"/>
          </a:xfrm>
          <a:prstGeom prst="ellipse">
            <a:avLst/>
          </a:prstGeom>
          <a:solidFill>
            <a:srgbClr val="E64432"/>
          </a:solidFill>
          <a:ln>
            <a:solidFill>
              <a:srgbClr val="E644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6" name="直接连接符 87">
            <a:extLst>
              <a:ext uri="{FF2B5EF4-FFF2-40B4-BE49-F238E27FC236}">
                <a16:creationId xmlns:a16="http://schemas.microsoft.com/office/drawing/2014/main" id="{F30E7E44-518B-BAC7-2BA3-2536D626B98D}"/>
              </a:ext>
            </a:extLst>
          </p:cNvPr>
          <p:cNvCxnSpPr>
            <a:cxnSpLocks/>
          </p:cNvCxnSpPr>
          <p:nvPr/>
        </p:nvCxnSpPr>
        <p:spPr>
          <a:xfrm>
            <a:off x="2424333" y="3321570"/>
            <a:ext cx="42966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椭圆 236">
            <a:extLst>
              <a:ext uri="{FF2B5EF4-FFF2-40B4-BE49-F238E27FC236}">
                <a16:creationId xmlns:a16="http://schemas.microsoft.com/office/drawing/2014/main" id="{D5BDC599-EA36-0888-9460-2D0C1C34B061}"/>
              </a:ext>
            </a:extLst>
          </p:cNvPr>
          <p:cNvSpPr/>
          <p:nvPr/>
        </p:nvSpPr>
        <p:spPr>
          <a:xfrm>
            <a:off x="2616080" y="3288773"/>
            <a:ext cx="72000" cy="7200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008000"/>
              </a:highlight>
            </a:endParaRPr>
          </a:p>
        </p:txBody>
      </p:sp>
      <p:cxnSp>
        <p:nvCxnSpPr>
          <p:cNvPr id="206" name="直接连接符 84">
            <a:extLst>
              <a:ext uri="{FF2B5EF4-FFF2-40B4-BE49-F238E27FC236}">
                <a16:creationId xmlns:a16="http://schemas.microsoft.com/office/drawing/2014/main" id="{2596F70F-FD61-D17E-D4E7-C94A67DC1346}"/>
              </a:ext>
            </a:extLst>
          </p:cNvPr>
          <p:cNvCxnSpPr>
            <a:cxnSpLocks/>
          </p:cNvCxnSpPr>
          <p:nvPr/>
        </p:nvCxnSpPr>
        <p:spPr>
          <a:xfrm flipH="1">
            <a:off x="3403832" y="2689396"/>
            <a:ext cx="242120" cy="561163"/>
          </a:xfrm>
          <a:prstGeom prst="line">
            <a:avLst/>
          </a:prstGeom>
          <a:ln w="19050">
            <a:solidFill>
              <a:srgbClr val="008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4AD93A3A-5CFC-2FB5-D95F-96BD19176F06}"/>
                  </a:ext>
                </a:extLst>
              </p:cNvPr>
              <p:cNvSpPr txBox="1"/>
              <p:nvPr/>
            </p:nvSpPr>
            <p:spPr>
              <a:xfrm flipH="1">
                <a:off x="4103811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7170E55B-A280-0140-66C9-29178509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03811" y="4704710"/>
                <a:ext cx="1169675" cy="338554"/>
              </a:xfrm>
              <a:prstGeom prst="rect">
                <a:avLst/>
              </a:prstGeom>
              <a:blipFill>
                <a:blip r:embed="rId5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文本框 241">
            <a:extLst>
              <a:ext uri="{FF2B5EF4-FFF2-40B4-BE49-F238E27FC236}">
                <a16:creationId xmlns:a16="http://schemas.microsoft.com/office/drawing/2014/main" id="{3A0B1CBC-94B2-6A29-401B-46BB40391EB4}"/>
              </a:ext>
            </a:extLst>
          </p:cNvPr>
          <p:cNvSpPr txBox="1"/>
          <p:nvPr/>
        </p:nvSpPr>
        <p:spPr>
          <a:xfrm flipH="1">
            <a:off x="2419092" y="4498124"/>
            <a:ext cx="1530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   epoch  256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BB8C582-9590-E7B2-0752-AFEFC9A412B1}"/>
                  </a:ext>
                </a:extLst>
              </p:cNvPr>
              <p:cNvSpPr txBox="1"/>
              <p:nvPr/>
            </p:nvSpPr>
            <p:spPr>
              <a:xfrm flipH="1">
                <a:off x="5278161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D75212CD-9BD6-8DD7-AFB5-5532DF2A9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78161" y="4704710"/>
                <a:ext cx="1169675" cy="338554"/>
              </a:xfrm>
              <a:prstGeom prst="rect">
                <a:avLst/>
              </a:prstGeom>
              <a:blipFill>
                <a:blip r:embed="rId6"/>
                <a:stretch>
                  <a:fillRect l="-2151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A8941E2-3A9C-2E84-7F2A-B66D1F3B4764}"/>
                  </a:ext>
                </a:extLst>
              </p:cNvPr>
              <p:cNvSpPr txBox="1"/>
              <p:nvPr/>
            </p:nvSpPr>
            <p:spPr>
              <a:xfrm flipH="1">
                <a:off x="6538817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5600485-5950-115D-7372-4EF557A86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38817" y="4704710"/>
                <a:ext cx="1169675" cy="338554"/>
              </a:xfrm>
              <a:prstGeom prst="rect">
                <a:avLst/>
              </a:prstGeom>
              <a:blipFill>
                <a:blip r:embed="rId7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B8B8586-02F4-8D15-94A3-D8D3384A23C9}"/>
                  </a:ext>
                </a:extLst>
              </p:cNvPr>
              <p:cNvSpPr txBox="1"/>
              <p:nvPr/>
            </p:nvSpPr>
            <p:spPr>
              <a:xfrm flipH="1">
                <a:off x="7713167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FEBC5FC-865D-9D3F-95D8-4344C7C95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3167" y="4704710"/>
                <a:ext cx="1169675" cy="338554"/>
              </a:xfrm>
              <a:prstGeom prst="rect">
                <a:avLst/>
              </a:prstGeom>
              <a:blipFill>
                <a:blip r:embed="rId8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图形 11">
            <a:extLst>
              <a:ext uri="{FF2B5EF4-FFF2-40B4-BE49-F238E27FC236}">
                <a16:creationId xmlns:a16="http://schemas.microsoft.com/office/drawing/2014/main" id="{BD6D0BC3-C191-9201-CC75-4A22660595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066278" y="1977855"/>
            <a:ext cx="1395518" cy="2647714"/>
          </a:xfrm>
          <a:prstGeom prst="rect">
            <a:avLst/>
          </a:prstGeom>
        </p:spPr>
      </p:pic>
      <p:pic>
        <p:nvPicPr>
          <p:cNvPr id="97" name="图形 9">
            <a:extLst>
              <a:ext uri="{FF2B5EF4-FFF2-40B4-BE49-F238E27FC236}">
                <a16:creationId xmlns:a16="http://schemas.microsoft.com/office/drawing/2014/main" id="{04701A9C-8876-3264-DCA6-965847B97AB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744580" y="1821146"/>
            <a:ext cx="4903382" cy="2987998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577F6779-5070-87C5-2482-7ED81C5C12EA}"/>
              </a:ext>
            </a:extLst>
          </p:cNvPr>
          <p:cNvSpPr txBox="1"/>
          <p:nvPr/>
        </p:nvSpPr>
        <p:spPr>
          <a:xfrm>
            <a:off x="10784441" y="1596352"/>
            <a:ext cx="1433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B10473F-0704-18F1-4B5C-E4645F130AD2}"/>
              </a:ext>
            </a:extLst>
          </p:cNvPr>
          <p:cNvSpPr txBox="1"/>
          <p:nvPr/>
        </p:nvSpPr>
        <p:spPr>
          <a:xfrm>
            <a:off x="11967183" y="1596352"/>
            <a:ext cx="1445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4828343-D9C4-ED50-AE89-C02C1200C39D}"/>
              </a:ext>
            </a:extLst>
          </p:cNvPr>
          <p:cNvSpPr txBox="1"/>
          <p:nvPr/>
        </p:nvSpPr>
        <p:spPr>
          <a:xfrm>
            <a:off x="10635152" y="1052317"/>
            <a:ext cx="2758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</a:t>
            </a:r>
            <a:endParaRPr lang="zh-CN" altLang="en-US" sz="2000" dirty="0">
              <a:solidFill>
                <a:srgbClr val="0C62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EBBFCC2-6AF6-824C-B01A-747A85FF1DB2}"/>
              </a:ext>
            </a:extLst>
          </p:cNvPr>
          <p:cNvSpPr txBox="1"/>
          <p:nvPr/>
        </p:nvSpPr>
        <p:spPr>
          <a:xfrm>
            <a:off x="13304436" y="1047418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</a:t>
            </a:r>
            <a:endParaRPr lang="zh-CN" altLang="en-US" sz="2000" dirty="0">
              <a:solidFill>
                <a:srgbClr val="D733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8D355CD-6E63-0F99-6D3B-2399AE4BA2DA}"/>
              </a:ext>
            </a:extLst>
          </p:cNvPr>
          <p:cNvSpPr txBox="1"/>
          <p:nvPr/>
        </p:nvSpPr>
        <p:spPr>
          <a:xfrm>
            <a:off x="14340358" y="1596351"/>
            <a:ext cx="130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D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F3CCA17-627E-BA6B-81C4-8514900B05F4}"/>
              </a:ext>
            </a:extLst>
          </p:cNvPr>
          <p:cNvSpPr txBox="1"/>
          <p:nvPr/>
        </p:nvSpPr>
        <p:spPr>
          <a:xfrm>
            <a:off x="13173323" y="1596351"/>
            <a:ext cx="145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Timepoint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1850B15-104F-E2B1-5209-DB85FE9CEF1A}"/>
              </a:ext>
            </a:extLst>
          </p:cNvPr>
          <p:cNvSpPr txBox="1"/>
          <p:nvPr/>
        </p:nvSpPr>
        <p:spPr>
          <a:xfrm>
            <a:off x="10443171" y="2593698"/>
            <a:ext cx="430887" cy="63895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4EF8A52-C1C1-1AB5-55FE-B4774B29D17F}"/>
              </a:ext>
            </a:extLst>
          </p:cNvPr>
          <p:cNvSpPr txBox="1"/>
          <p:nvPr/>
        </p:nvSpPr>
        <p:spPr>
          <a:xfrm>
            <a:off x="10445975" y="3260570"/>
            <a:ext cx="430887" cy="73994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spindle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795BE45-9941-638F-FB6F-308503BE2E4C}"/>
              </a:ext>
            </a:extLst>
          </p:cNvPr>
          <p:cNvSpPr txBox="1"/>
          <p:nvPr/>
        </p:nvSpPr>
        <p:spPr>
          <a:xfrm>
            <a:off x="10868950" y="700243"/>
            <a:ext cx="470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Bert-Medium trained on SST-2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3A4FAA9-D351-ABF9-C9D5-CB365143FAD6}"/>
              </a:ext>
            </a:extLst>
          </p:cNvPr>
          <p:cNvGrpSpPr/>
          <p:nvPr/>
        </p:nvGrpSpPr>
        <p:grpSpPr>
          <a:xfrm>
            <a:off x="9089657" y="3433206"/>
            <a:ext cx="1293949" cy="1077963"/>
            <a:chOff x="2118765" y="-1108659"/>
            <a:chExt cx="1395762" cy="1177131"/>
          </a:xfrm>
        </p:grpSpPr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8F1EC456-EA97-0627-FCA3-2C97BAA94850}"/>
                </a:ext>
              </a:extLst>
            </p:cNvPr>
            <p:cNvSpPr txBox="1"/>
            <p:nvPr/>
          </p:nvSpPr>
          <p:spPr>
            <a:xfrm>
              <a:off x="2190769" y="-301228"/>
              <a:ext cx="346174" cy="369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E1120B4-C70E-3D0A-901B-79AAE3277615}"/>
                </a:ext>
              </a:extLst>
            </p:cNvPr>
            <p:cNvSpPr txBox="1"/>
            <p:nvPr/>
          </p:nvSpPr>
          <p:spPr>
            <a:xfrm>
              <a:off x="2580354" y="-437175"/>
              <a:ext cx="346174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8AD78C8F-9127-4E8F-063F-1AA931A5DBDA}"/>
                </a:ext>
              </a:extLst>
            </p:cNvPr>
            <p:cNvSpPr txBox="1"/>
            <p:nvPr/>
          </p:nvSpPr>
          <p:spPr>
            <a:xfrm>
              <a:off x="3156248" y="-651262"/>
              <a:ext cx="358279" cy="36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C2132665-9639-3BB0-B878-48A1EA02F352}"/>
                </a:ext>
              </a:extLst>
            </p:cNvPr>
            <p:cNvSpPr txBox="1"/>
            <p:nvPr/>
          </p:nvSpPr>
          <p:spPr>
            <a:xfrm>
              <a:off x="3025381" y="-1108659"/>
              <a:ext cx="358278" cy="3696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83CBF1C-BFF4-3463-144C-E2A1376B6CD7}"/>
                </a:ext>
              </a:extLst>
            </p:cNvPr>
            <p:cNvSpPr txBox="1"/>
            <p:nvPr/>
          </p:nvSpPr>
          <p:spPr>
            <a:xfrm>
              <a:off x="2118765" y="-1091796"/>
              <a:ext cx="1393828" cy="63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Four</a:t>
              </a:r>
            </a:p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timepoints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直接连接符 26">
              <a:extLst>
                <a:ext uri="{FF2B5EF4-FFF2-40B4-BE49-F238E27FC236}">
                  <a16:creationId xmlns:a16="http://schemas.microsoft.com/office/drawing/2014/main" id="{502582BA-5FA7-E4D2-954F-3FC38A9A9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8479" y="-481355"/>
              <a:ext cx="88684" cy="22316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27">
              <a:extLst>
                <a:ext uri="{FF2B5EF4-FFF2-40B4-BE49-F238E27FC236}">
                  <a16:creationId xmlns:a16="http://schemas.microsoft.com/office/drawing/2014/main" id="{A422B173-BA41-3F80-AE24-34E7008598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647" y="-481355"/>
              <a:ext cx="80553" cy="156599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28">
              <a:extLst>
                <a:ext uri="{FF2B5EF4-FFF2-40B4-BE49-F238E27FC236}">
                  <a16:creationId xmlns:a16="http://schemas.microsoft.com/office/drawing/2014/main" id="{7D2B66F0-D23E-21A1-42C7-E8BF4B4FF5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8491" y="-885230"/>
              <a:ext cx="157992" cy="10859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76AD505-48CE-D74A-11A6-6BD877EEA9C9}"/>
              </a:ext>
            </a:extLst>
          </p:cNvPr>
          <p:cNvSpPr txBox="1"/>
          <p:nvPr/>
        </p:nvSpPr>
        <p:spPr>
          <a:xfrm>
            <a:off x="10446261" y="4000393"/>
            <a:ext cx="430887" cy="8088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residual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右大括号 119">
            <a:extLst>
              <a:ext uri="{FF2B5EF4-FFF2-40B4-BE49-F238E27FC236}">
                <a16:creationId xmlns:a16="http://schemas.microsoft.com/office/drawing/2014/main" id="{8CFA2EA5-8529-50A4-3B8F-30D628B0937E}"/>
              </a:ext>
            </a:extLst>
          </p:cNvPr>
          <p:cNvSpPr/>
          <p:nvPr/>
        </p:nvSpPr>
        <p:spPr>
          <a:xfrm rot="16200000">
            <a:off x="11922426" y="461249"/>
            <a:ext cx="160307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0C62E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C62EB"/>
              </a:solidFill>
            </a:endParaRPr>
          </a:p>
        </p:txBody>
      </p:sp>
      <p:sp>
        <p:nvSpPr>
          <p:cNvPr id="121" name="右大括号 120">
            <a:extLst>
              <a:ext uri="{FF2B5EF4-FFF2-40B4-BE49-F238E27FC236}">
                <a16:creationId xmlns:a16="http://schemas.microsoft.com/office/drawing/2014/main" id="{219A66EB-AA86-4F5D-7727-2A1F9D2317E9}"/>
              </a:ext>
            </a:extLst>
          </p:cNvPr>
          <p:cNvSpPr/>
          <p:nvPr/>
        </p:nvSpPr>
        <p:spPr>
          <a:xfrm rot="16200000">
            <a:off x="14319499" y="458047"/>
            <a:ext cx="166711" cy="2160000"/>
          </a:xfrm>
          <a:prstGeom prst="rightBrace">
            <a:avLst>
              <a:gd name="adj1" fmla="val 0"/>
              <a:gd name="adj2" fmla="val 50232"/>
            </a:avLst>
          </a:prstGeom>
          <a:ln w="28575">
            <a:solidFill>
              <a:srgbClr val="D7332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DC50B9A-C7E2-D8E6-084B-AE9626D7D9B9}"/>
              </a:ext>
            </a:extLst>
          </p:cNvPr>
          <p:cNvSpPr txBox="1"/>
          <p:nvPr/>
        </p:nvSpPr>
        <p:spPr>
          <a:xfrm>
            <a:off x="9498238" y="1435324"/>
            <a:ext cx="1255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Testing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A747557-F091-C72A-B07E-9ECA1DEC465B}"/>
              </a:ext>
            </a:extLst>
          </p:cNvPr>
          <p:cNvSpPr txBox="1"/>
          <p:nvPr/>
        </p:nvSpPr>
        <p:spPr>
          <a:xfrm>
            <a:off x="9508247" y="1721846"/>
            <a:ext cx="149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Training loss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6" name="直接连接符 55">
            <a:extLst>
              <a:ext uri="{FF2B5EF4-FFF2-40B4-BE49-F238E27FC236}">
                <a16:creationId xmlns:a16="http://schemas.microsoft.com/office/drawing/2014/main" id="{6E3B68B8-2AE9-446A-61C6-A885F5FEAEA9}"/>
              </a:ext>
            </a:extLst>
          </p:cNvPr>
          <p:cNvCxnSpPr>
            <a:cxnSpLocks/>
          </p:cNvCxnSpPr>
          <p:nvPr/>
        </p:nvCxnSpPr>
        <p:spPr>
          <a:xfrm>
            <a:off x="9071490" y="1629742"/>
            <a:ext cx="429660" cy="0"/>
          </a:xfrm>
          <a:prstGeom prst="line">
            <a:avLst/>
          </a:prstGeom>
          <a:ln w="28575">
            <a:solidFill>
              <a:srgbClr val="E64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66">
            <a:extLst>
              <a:ext uri="{FF2B5EF4-FFF2-40B4-BE49-F238E27FC236}">
                <a16:creationId xmlns:a16="http://schemas.microsoft.com/office/drawing/2014/main" id="{96A5C00F-320A-B2B3-345A-1C36FC8589BA}"/>
              </a:ext>
            </a:extLst>
          </p:cNvPr>
          <p:cNvCxnSpPr>
            <a:cxnSpLocks/>
          </p:cNvCxnSpPr>
          <p:nvPr/>
        </p:nvCxnSpPr>
        <p:spPr>
          <a:xfrm>
            <a:off x="9088967" y="1904470"/>
            <a:ext cx="429660" cy="0"/>
          </a:xfrm>
          <a:prstGeom prst="line">
            <a:avLst/>
          </a:prstGeom>
          <a:ln w="28575">
            <a:solidFill>
              <a:srgbClr val="3C7F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41D83543-5AF8-4547-2797-C0488E361214}"/>
              </a:ext>
            </a:extLst>
          </p:cNvPr>
          <p:cNvSpPr txBox="1"/>
          <p:nvPr/>
        </p:nvSpPr>
        <p:spPr>
          <a:xfrm>
            <a:off x="9603213" y="3133842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highlight>
                  <a:srgbClr val="CCFF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Loss gap</a:t>
            </a:r>
            <a:endParaRPr lang="zh-CN" altLang="en-US" sz="1600" dirty="0">
              <a:highlight>
                <a:srgbClr val="CCFF9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69DCD5C8-98CA-62BA-6A0C-4CD22099AB76}"/>
              </a:ext>
            </a:extLst>
          </p:cNvPr>
          <p:cNvSpPr/>
          <p:nvPr/>
        </p:nvSpPr>
        <p:spPr>
          <a:xfrm>
            <a:off x="9265898" y="1869632"/>
            <a:ext cx="72000" cy="72000"/>
          </a:xfrm>
          <a:prstGeom prst="ellipse">
            <a:avLst/>
          </a:prstGeom>
          <a:solidFill>
            <a:srgbClr val="3C7FB1"/>
          </a:solidFill>
          <a:ln>
            <a:solidFill>
              <a:srgbClr val="3C7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16756F09-7143-8EFC-4D7E-BBFF8690EC29}"/>
              </a:ext>
            </a:extLst>
          </p:cNvPr>
          <p:cNvSpPr/>
          <p:nvPr/>
        </p:nvSpPr>
        <p:spPr>
          <a:xfrm>
            <a:off x="9263237" y="1596945"/>
            <a:ext cx="72000" cy="72000"/>
          </a:xfrm>
          <a:prstGeom prst="ellipse">
            <a:avLst/>
          </a:prstGeom>
          <a:solidFill>
            <a:srgbClr val="E64432"/>
          </a:solidFill>
          <a:ln>
            <a:solidFill>
              <a:srgbClr val="E644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6" name="直接连接符 87">
            <a:extLst>
              <a:ext uri="{FF2B5EF4-FFF2-40B4-BE49-F238E27FC236}">
                <a16:creationId xmlns:a16="http://schemas.microsoft.com/office/drawing/2014/main" id="{9BEF1514-6AE5-2A4F-2944-26E59155795D}"/>
              </a:ext>
            </a:extLst>
          </p:cNvPr>
          <p:cNvCxnSpPr>
            <a:cxnSpLocks/>
          </p:cNvCxnSpPr>
          <p:nvPr/>
        </p:nvCxnSpPr>
        <p:spPr>
          <a:xfrm>
            <a:off x="9176462" y="3314301"/>
            <a:ext cx="42966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5C606549-9A86-AAC3-D864-03086C91B87D}"/>
              </a:ext>
            </a:extLst>
          </p:cNvPr>
          <p:cNvSpPr/>
          <p:nvPr/>
        </p:nvSpPr>
        <p:spPr>
          <a:xfrm>
            <a:off x="9368209" y="3281504"/>
            <a:ext cx="72000" cy="7200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0080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2A8F3DB8-8D8E-EDCB-A222-61044056803B}"/>
                  </a:ext>
                </a:extLst>
              </p:cNvPr>
              <p:cNvSpPr txBox="1"/>
              <p:nvPr/>
            </p:nvSpPr>
            <p:spPr>
              <a:xfrm flipH="1">
                <a:off x="10832190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E375036F-C8EC-33AA-A08F-ECAFA8B27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832190" y="4704710"/>
                <a:ext cx="1169675" cy="338554"/>
              </a:xfrm>
              <a:prstGeom prst="rect">
                <a:avLst/>
              </a:prstGeom>
              <a:blipFill>
                <a:blip r:embed="rId11"/>
                <a:stretch>
                  <a:fillRect l="-2128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文本框 199">
            <a:extLst>
              <a:ext uri="{FF2B5EF4-FFF2-40B4-BE49-F238E27FC236}">
                <a16:creationId xmlns:a16="http://schemas.microsoft.com/office/drawing/2014/main" id="{AC22C83B-27DE-15FE-71BF-C229B51C1FBC}"/>
              </a:ext>
            </a:extLst>
          </p:cNvPr>
          <p:cNvSpPr txBox="1"/>
          <p:nvPr/>
        </p:nvSpPr>
        <p:spPr>
          <a:xfrm flipH="1">
            <a:off x="9171221" y="4490855"/>
            <a:ext cx="1530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   epoch  256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D8D97810-069C-3A9B-F110-408F1D534354}"/>
                  </a:ext>
                </a:extLst>
              </p:cNvPr>
              <p:cNvSpPr txBox="1"/>
              <p:nvPr/>
            </p:nvSpPr>
            <p:spPr>
              <a:xfrm flipH="1">
                <a:off x="12006540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9A5092-1105-ED4C-B522-9C7621FD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006540" y="4704710"/>
                <a:ext cx="1169675" cy="338554"/>
              </a:xfrm>
              <a:prstGeom prst="rect">
                <a:avLst/>
              </a:prstGeom>
              <a:blipFill>
                <a:blip r:embed="rId12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49A7F54C-56C1-BCEC-1147-561C50D8ECB5}"/>
                  </a:ext>
                </a:extLst>
              </p:cNvPr>
              <p:cNvSpPr txBox="1"/>
              <p:nvPr/>
            </p:nvSpPr>
            <p:spPr>
              <a:xfrm flipH="1">
                <a:off x="13267196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0CDDF4F8-21B5-D47A-5864-0DF221083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67196" y="4704710"/>
                <a:ext cx="1169675" cy="338554"/>
              </a:xfrm>
              <a:prstGeom prst="rect">
                <a:avLst/>
              </a:prstGeom>
              <a:blipFill>
                <a:blip r:embed="rId13"/>
                <a:stretch>
                  <a:fillRect l="-2151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7D9EE5D0-5F90-6CD6-5C6A-7F397B233325}"/>
                  </a:ext>
                </a:extLst>
              </p:cNvPr>
              <p:cNvSpPr txBox="1"/>
              <p:nvPr/>
            </p:nvSpPr>
            <p:spPr>
              <a:xfrm flipH="1">
                <a:off x="14441546" y="4704710"/>
                <a:ext cx="11696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  order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0309BBAC-5238-E941-B691-9D9944AF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41546" y="4704710"/>
                <a:ext cx="1169675" cy="338554"/>
              </a:xfrm>
              <a:prstGeom prst="rect">
                <a:avLst/>
              </a:prstGeom>
              <a:blipFill>
                <a:blip r:embed="rId5"/>
                <a:stretch>
                  <a:fillRect l="-3226" t="-3704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文本框 203">
            <a:extLst>
              <a:ext uri="{FF2B5EF4-FFF2-40B4-BE49-F238E27FC236}">
                <a16:creationId xmlns:a16="http://schemas.microsoft.com/office/drawing/2014/main" id="{32331C3A-3D81-1552-3AE5-0737C3CE83EB}"/>
              </a:ext>
            </a:extLst>
          </p:cNvPr>
          <p:cNvSpPr txBox="1"/>
          <p:nvPr/>
        </p:nvSpPr>
        <p:spPr>
          <a:xfrm>
            <a:off x="3351457" y="5030346"/>
            <a:ext cx="48247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learning phase:</a:t>
            </a:r>
            <a:r>
              <a:rPr lang="zh-CN" altLang="en-US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C62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penalizing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interactions in the spindle-shaped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7D89162A-4067-3CF4-AD0A-73A1D011A2B2}"/>
              </a:ext>
            </a:extLst>
          </p:cNvPr>
          <p:cNvSpPr txBox="1"/>
          <p:nvPr/>
        </p:nvSpPr>
        <p:spPr>
          <a:xfrm>
            <a:off x="8114082" y="5017507"/>
            <a:ext cx="46581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Over-fitting phase:</a:t>
            </a:r>
            <a:r>
              <a:rPr lang="zh-CN" altLang="en-US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D733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enhancing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interactions in the spindle-shaped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distri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图形 47" descr="箭头: 顺时针弯曲 纯色填充">
            <a:extLst>
              <a:ext uri="{FF2B5EF4-FFF2-40B4-BE49-F238E27FC236}">
                <a16:creationId xmlns:a16="http://schemas.microsoft.com/office/drawing/2014/main" id="{1EA69238-449E-7D65-26BC-72742BA8D1EB}"/>
              </a:ext>
            </a:extLst>
          </p:cNvPr>
          <p:cNvSpPr/>
          <p:nvPr/>
        </p:nvSpPr>
        <p:spPr>
          <a:xfrm rot="12919754">
            <a:off x="5852798" y="3871134"/>
            <a:ext cx="617755" cy="1319768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0C62EB">
              <a:alpha val="29804"/>
            </a:srgb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0C62EB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8" name="图形 47" descr="箭头: 顺时针弯曲 纯色填充">
            <a:extLst>
              <a:ext uri="{FF2B5EF4-FFF2-40B4-BE49-F238E27FC236}">
                <a16:creationId xmlns:a16="http://schemas.microsoft.com/office/drawing/2014/main" id="{F67A93F7-13E4-F3C5-9DE1-E4B875F1FD63}"/>
              </a:ext>
            </a:extLst>
          </p:cNvPr>
          <p:cNvSpPr/>
          <p:nvPr/>
        </p:nvSpPr>
        <p:spPr>
          <a:xfrm rot="8659646" flipH="1">
            <a:off x="8604470" y="3928465"/>
            <a:ext cx="541992" cy="1165407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D73324">
              <a:alpha val="29804"/>
            </a:srgb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E3C09BB-9969-28D7-BEFB-A5A13AA71357}"/>
              </a:ext>
            </a:extLst>
          </p:cNvPr>
          <p:cNvSpPr txBox="1"/>
          <p:nvPr/>
        </p:nvSpPr>
        <p:spPr>
          <a:xfrm>
            <a:off x="12538582" y="5051447"/>
            <a:ext cx="29442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mall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图形 47" descr="箭头: 顺时针弯曲 纯色填充">
            <a:extLst>
              <a:ext uri="{FF2B5EF4-FFF2-40B4-BE49-F238E27FC236}">
                <a16:creationId xmlns:a16="http://schemas.microsoft.com/office/drawing/2014/main" id="{4E97D8BC-17CB-6380-4C51-3FAEF665147B}"/>
              </a:ext>
            </a:extLst>
          </p:cNvPr>
          <p:cNvSpPr/>
          <p:nvPr/>
        </p:nvSpPr>
        <p:spPr>
          <a:xfrm rot="14058578">
            <a:off x="15117271" y="4676069"/>
            <a:ext cx="482436" cy="512115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0196"/>
            </a:schemeClr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39834CF5-2693-D303-0D88-A04FE67AECE5}"/>
              </a:ext>
            </a:extLst>
          </p:cNvPr>
          <p:cNvSpPr/>
          <p:nvPr/>
        </p:nvSpPr>
        <p:spPr>
          <a:xfrm>
            <a:off x="9147906" y="2040044"/>
            <a:ext cx="669548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7A0EA857-E56F-CE52-BF48-F37CE160FDE6}"/>
              </a:ext>
            </a:extLst>
          </p:cNvPr>
          <p:cNvSpPr/>
          <p:nvPr/>
        </p:nvSpPr>
        <p:spPr>
          <a:xfrm>
            <a:off x="2451878" y="3498997"/>
            <a:ext cx="682033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A7E17834-FE6C-6DF6-FEEB-896E3099BF45}"/>
              </a:ext>
            </a:extLst>
          </p:cNvPr>
          <p:cNvSpPr/>
          <p:nvPr/>
        </p:nvSpPr>
        <p:spPr>
          <a:xfrm>
            <a:off x="2453968" y="2042013"/>
            <a:ext cx="682033" cy="1031348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8" name="直接箭头连接符 110">
            <a:extLst>
              <a:ext uri="{FF2B5EF4-FFF2-40B4-BE49-F238E27FC236}">
                <a16:creationId xmlns:a16="http://schemas.microsoft.com/office/drawing/2014/main" id="{194DB531-2CEF-8E56-D1D4-2B3A50986DFA}"/>
              </a:ext>
            </a:extLst>
          </p:cNvPr>
          <p:cNvCxnSpPr>
            <a:cxnSpLocks/>
          </p:cNvCxnSpPr>
          <p:nvPr/>
        </p:nvCxnSpPr>
        <p:spPr>
          <a:xfrm>
            <a:off x="10095864" y="2518381"/>
            <a:ext cx="0" cy="485374"/>
          </a:xfrm>
          <a:prstGeom prst="straightConnector1">
            <a:avLst/>
          </a:prstGeom>
          <a:ln w="190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2BF845A-842E-CF5B-2824-991DF77E26FF}"/>
              </a:ext>
            </a:extLst>
          </p:cNvPr>
          <p:cNvSpPr/>
          <p:nvPr/>
        </p:nvSpPr>
        <p:spPr>
          <a:xfrm>
            <a:off x="3160214" y="3488826"/>
            <a:ext cx="544479" cy="1031347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02E5A7-39C3-004C-CBA3-6AF67ADC6A8F}"/>
              </a:ext>
            </a:extLst>
          </p:cNvPr>
          <p:cNvSpPr/>
          <p:nvPr/>
        </p:nvSpPr>
        <p:spPr>
          <a:xfrm>
            <a:off x="4114202" y="1876902"/>
            <a:ext cx="2344025" cy="2102734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5AF0C5-3ED9-3A80-9C9B-BDE8E6CC73A4}"/>
              </a:ext>
            </a:extLst>
          </p:cNvPr>
          <p:cNvSpPr txBox="1"/>
          <p:nvPr/>
        </p:nvSpPr>
        <p:spPr>
          <a:xfrm>
            <a:off x="3726556" y="2098387"/>
            <a:ext cx="430887" cy="29591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DCE795-B235-B9B3-87DA-3D8100D7B0B6}"/>
              </a:ext>
            </a:extLst>
          </p:cNvPr>
          <p:cNvSpPr txBox="1"/>
          <p:nvPr/>
        </p:nvSpPr>
        <p:spPr>
          <a:xfrm>
            <a:off x="10445975" y="2085500"/>
            <a:ext cx="430887" cy="29591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ADF444-A88A-6058-1F16-5FE74EE6483F}"/>
              </a:ext>
            </a:extLst>
          </p:cNvPr>
          <p:cNvSpPr/>
          <p:nvPr/>
        </p:nvSpPr>
        <p:spPr>
          <a:xfrm>
            <a:off x="13239776" y="1890487"/>
            <a:ext cx="2344025" cy="2096177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2C4FFD-729A-3A88-FA7F-CBB49406A509}"/>
              </a:ext>
            </a:extLst>
          </p:cNvPr>
          <p:cNvSpPr/>
          <p:nvPr/>
        </p:nvSpPr>
        <p:spPr>
          <a:xfrm>
            <a:off x="10844124" y="1884170"/>
            <a:ext cx="2344025" cy="2095465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DE9EE3-063F-59B8-9406-62E9701A42CE}"/>
              </a:ext>
            </a:extLst>
          </p:cNvPr>
          <p:cNvSpPr/>
          <p:nvPr/>
        </p:nvSpPr>
        <p:spPr>
          <a:xfrm>
            <a:off x="6518176" y="1876189"/>
            <a:ext cx="2344025" cy="2120635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77BEED-B799-5542-1CB9-A5E3F8C98D44}"/>
              </a:ext>
            </a:extLst>
          </p:cNvPr>
          <p:cNvSpPr/>
          <p:nvPr/>
        </p:nvSpPr>
        <p:spPr>
          <a:xfrm>
            <a:off x="10826737" y="4034808"/>
            <a:ext cx="4757063" cy="677516"/>
          </a:xfrm>
          <a:prstGeom prst="rect">
            <a:avLst/>
          </a:pr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C75A94-1387-AD3E-5423-B26B8F5560F9}"/>
              </a:ext>
            </a:extLst>
          </p:cNvPr>
          <p:cNvSpPr/>
          <p:nvPr/>
        </p:nvSpPr>
        <p:spPr>
          <a:xfrm>
            <a:off x="4124373" y="4047642"/>
            <a:ext cx="4716549" cy="677516"/>
          </a:xfrm>
          <a:prstGeom prst="rect">
            <a:avLst/>
          </a:pr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738325-9313-8C2D-9CD7-8E8DAE8628D1}"/>
              </a:ext>
            </a:extLst>
          </p:cNvPr>
          <p:cNvSpPr/>
          <p:nvPr/>
        </p:nvSpPr>
        <p:spPr>
          <a:xfrm>
            <a:off x="3162304" y="2038852"/>
            <a:ext cx="544479" cy="1037671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C1C3AE-C8C5-16BE-3AA5-A47C43BC4DE1}"/>
              </a:ext>
            </a:extLst>
          </p:cNvPr>
          <p:cNvSpPr/>
          <p:nvPr/>
        </p:nvSpPr>
        <p:spPr>
          <a:xfrm>
            <a:off x="9827463" y="2029873"/>
            <a:ext cx="573258" cy="1041519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40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046A-E3B7-2420-D81D-1225A292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38">
            <a:extLst>
              <a:ext uri="{FF2B5EF4-FFF2-40B4-BE49-F238E27FC236}">
                <a16:creationId xmlns:a16="http://schemas.microsoft.com/office/drawing/2014/main" id="{463BD5F6-6D52-3899-9088-5C2E2665F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86126" y="5408794"/>
            <a:ext cx="8834768" cy="13258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92B246-81A4-3D9A-6882-9A5B3C65C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612037" y="1511354"/>
            <a:ext cx="8782946" cy="131808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6CD7EAA-AC01-E2FC-B45A-D8C708F59826}"/>
              </a:ext>
            </a:extLst>
          </p:cNvPr>
          <p:cNvSpPr txBox="1"/>
          <p:nvPr/>
        </p:nvSpPr>
        <p:spPr>
          <a:xfrm>
            <a:off x="6784093" y="1690937"/>
            <a:ext cx="1222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8908A0-F6BD-D12A-2C46-28B028DB053E}"/>
              </a:ext>
            </a:extLst>
          </p:cNvPr>
          <p:cNvSpPr txBox="1"/>
          <p:nvPr/>
        </p:nvSpPr>
        <p:spPr>
          <a:xfrm>
            <a:off x="8284605" y="1690937"/>
            <a:ext cx="122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2C054D1-1AA7-D2EE-94F4-5710F4E4E6BB}"/>
              </a:ext>
            </a:extLst>
          </p:cNvPr>
          <p:cNvSpPr/>
          <p:nvPr/>
        </p:nvSpPr>
        <p:spPr>
          <a:xfrm rot="16200000">
            <a:off x="7774349" y="-206198"/>
            <a:ext cx="627550" cy="2691206"/>
          </a:xfrm>
          <a:prstGeom prst="rightBrace">
            <a:avLst>
              <a:gd name="adj1" fmla="val 13202"/>
              <a:gd name="adj2" fmla="val 50232"/>
            </a:avLst>
          </a:prstGeom>
          <a:ln w="57150">
            <a:solidFill>
              <a:srgbClr val="9998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2EF5A67-0BDF-05FF-37D0-A9CDAAA145FE}"/>
              </a:ext>
            </a:extLst>
          </p:cNvPr>
          <p:cNvSpPr txBox="1"/>
          <p:nvPr/>
        </p:nvSpPr>
        <p:spPr>
          <a:xfrm>
            <a:off x="6934448" y="510098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797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learning phase</a:t>
            </a:r>
            <a:endParaRPr lang="zh-CN" altLang="en-US" sz="1800" dirty="0">
              <a:solidFill>
                <a:srgbClr val="797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右大括号 34">
            <a:extLst>
              <a:ext uri="{FF2B5EF4-FFF2-40B4-BE49-F238E27FC236}">
                <a16:creationId xmlns:a16="http://schemas.microsoft.com/office/drawing/2014/main" id="{88B4B7D8-BCBB-7950-A115-CB048480D67E}"/>
              </a:ext>
            </a:extLst>
          </p:cNvPr>
          <p:cNvSpPr/>
          <p:nvPr/>
        </p:nvSpPr>
        <p:spPr>
          <a:xfrm rot="16200000">
            <a:off x="12484765" y="-2034868"/>
            <a:ext cx="286526" cy="6085113"/>
          </a:xfrm>
          <a:prstGeom prst="rightBrace">
            <a:avLst>
              <a:gd name="adj1" fmla="val 40443"/>
              <a:gd name="adj2" fmla="val 50232"/>
            </a:avLst>
          </a:prstGeom>
          <a:ln w="57150">
            <a:solidFill>
              <a:srgbClr val="FF9A9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DF40BBE-89D8-A618-A487-033373C833F7}"/>
              </a:ext>
            </a:extLst>
          </p:cNvPr>
          <p:cNvSpPr txBox="1"/>
          <p:nvPr/>
        </p:nvSpPr>
        <p:spPr>
          <a:xfrm>
            <a:off x="11723093" y="510098"/>
            <a:ext cx="1875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FF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Over-fitting phase</a:t>
            </a:r>
            <a:endParaRPr lang="zh-CN" altLang="en-US" sz="1800" dirty="0">
              <a:solidFill>
                <a:srgbClr val="FF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50BCC0B-4D19-153E-D344-A955D29D5451}"/>
              </a:ext>
            </a:extLst>
          </p:cNvPr>
          <p:cNvSpPr txBox="1"/>
          <p:nvPr/>
        </p:nvSpPr>
        <p:spPr>
          <a:xfrm>
            <a:off x="10660837" y="1017012"/>
            <a:ext cx="2086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Newly emerged in C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w.r.t.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in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图片 15">
            <a:extLst>
              <a:ext uri="{FF2B5EF4-FFF2-40B4-BE49-F238E27FC236}">
                <a16:creationId xmlns:a16="http://schemas.microsoft.com/office/drawing/2014/main" id="{13E69E94-768C-B1E4-BE5C-3A2047194E42}"/>
              </a:ext>
            </a:extLst>
          </p:cNvPr>
          <p:cNvGrpSpPr/>
          <p:nvPr/>
        </p:nvGrpSpPr>
        <p:grpSpPr>
          <a:xfrm>
            <a:off x="3076106" y="2858283"/>
            <a:ext cx="2997626" cy="1252908"/>
            <a:chOff x="3076106" y="2858283"/>
            <a:chExt cx="2997626" cy="1252908"/>
          </a:xfrm>
        </p:grpSpPr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8FA79719-D4F2-30AF-DA2F-FBDB0205FD47}"/>
                </a:ext>
              </a:extLst>
            </p:cNvPr>
            <p:cNvSpPr/>
            <p:nvPr/>
          </p:nvSpPr>
          <p:spPr>
            <a:xfrm>
              <a:off x="3076106" y="2858283"/>
              <a:ext cx="2997626" cy="1252908"/>
            </a:xfrm>
            <a:custGeom>
              <a:avLst/>
              <a:gdLst>
                <a:gd name="connsiteX0" fmla="*/ 0 w 2997626"/>
                <a:gd name="connsiteY0" fmla="*/ 1252908 h 1252908"/>
                <a:gd name="connsiteX1" fmla="*/ 2997626 w 2997626"/>
                <a:gd name="connsiteY1" fmla="*/ 1252908 h 1252908"/>
                <a:gd name="connsiteX2" fmla="*/ 2997626 w 2997626"/>
                <a:gd name="connsiteY2" fmla="*/ 0 h 1252908"/>
                <a:gd name="connsiteX3" fmla="*/ 0 w 2997626"/>
                <a:gd name="connsiteY3" fmla="*/ 0 h 125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626" h="1252908">
                  <a:moveTo>
                    <a:pt x="0" y="1252908"/>
                  </a:moveTo>
                  <a:lnTo>
                    <a:pt x="2997626" y="1252908"/>
                  </a:lnTo>
                  <a:lnTo>
                    <a:pt x="29976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149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grpSp>
          <p:nvGrpSpPr>
            <p:cNvPr id="7" name="图片 15">
              <a:extLst>
                <a:ext uri="{FF2B5EF4-FFF2-40B4-BE49-F238E27FC236}">
                  <a16:creationId xmlns:a16="http://schemas.microsoft.com/office/drawing/2014/main" id="{BDB168C1-A89F-9267-1309-AFA42E24ABD0}"/>
                </a:ext>
              </a:extLst>
            </p:cNvPr>
            <p:cNvGrpSpPr/>
            <p:nvPr/>
          </p:nvGrpSpPr>
          <p:grpSpPr>
            <a:xfrm>
              <a:off x="3134902" y="2917023"/>
              <a:ext cx="1217285" cy="1100653"/>
              <a:chOff x="3134902" y="2917023"/>
              <a:chExt cx="1217285" cy="1100653"/>
            </a:xfrm>
          </p:grpSpPr>
          <p:sp>
            <p:nvSpPr>
              <p:cNvPr id="9" name="任意形状 8">
                <a:extLst>
                  <a:ext uri="{FF2B5EF4-FFF2-40B4-BE49-F238E27FC236}">
                    <a16:creationId xmlns:a16="http://schemas.microsoft.com/office/drawing/2014/main" id="{A1C5D73F-C2E1-CDC8-5924-FA22F8B8563F}"/>
                  </a:ext>
                </a:extLst>
              </p:cNvPr>
              <p:cNvSpPr/>
              <p:nvPr/>
            </p:nvSpPr>
            <p:spPr>
              <a:xfrm>
                <a:off x="3163483" y="2917023"/>
                <a:ext cx="1188704" cy="904608"/>
              </a:xfrm>
              <a:custGeom>
                <a:avLst/>
                <a:gdLst>
                  <a:gd name="connsiteX0" fmla="*/ 0 w 1188704"/>
                  <a:gd name="connsiteY0" fmla="*/ 904608 h 904608"/>
                  <a:gd name="connsiteX1" fmla="*/ 1188704 w 1188704"/>
                  <a:gd name="connsiteY1" fmla="*/ 904608 h 904608"/>
                  <a:gd name="connsiteX2" fmla="*/ 1188704 w 1188704"/>
                  <a:gd name="connsiteY2" fmla="*/ 0 h 904608"/>
                  <a:gd name="connsiteX3" fmla="*/ 0 w 1188704"/>
                  <a:gd name="connsiteY3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8704" h="904608">
                    <a:moveTo>
                      <a:pt x="0" y="904608"/>
                    </a:moveTo>
                    <a:lnTo>
                      <a:pt x="1188704" y="904608"/>
                    </a:lnTo>
                    <a:lnTo>
                      <a:pt x="118870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9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0" name="图片 15">
                <a:extLst>
                  <a:ext uri="{FF2B5EF4-FFF2-40B4-BE49-F238E27FC236}">
                    <a16:creationId xmlns:a16="http://schemas.microsoft.com/office/drawing/2014/main" id="{81CF54E7-4C73-D8B5-1D21-C70D9E284337}"/>
                  </a:ext>
                </a:extLst>
              </p:cNvPr>
              <p:cNvGrpSpPr/>
              <p:nvPr/>
            </p:nvGrpSpPr>
            <p:grpSpPr>
              <a:xfrm>
                <a:off x="3172209" y="3821631"/>
                <a:ext cx="1125951" cy="196045"/>
                <a:chOff x="3172209" y="3821631"/>
                <a:chExt cx="1125951" cy="196045"/>
              </a:xfrm>
              <a:solidFill>
                <a:srgbClr val="000000"/>
              </a:solidFill>
            </p:grpSpPr>
            <p:grpSp>
              <p:nvGrpSpPr>
                <p:cNvPr id="41" name="图片 15">
                  <a:extLst>
                    <a:ext uri="{FF2B5EF4-FFF2-40B4-BE49-F238E27FC236}">
                      <a16:creationId xmlns:a16="http://schemas.microsoft.com/office/drawing/2014/main" id="{37122DF3-5C4C-5695-308D-0A71B8D95FBF}"/>
                    </a:ext>
                  </a:extLst>
                </p:cNvPr>
                <p:cNvGrpSpPr/>
                <p:nvPr/>
              </p:nvGrpSpPr>
              <p:grpSpPr>
                <a:xfrm>
                  <a:off x="3172209" y="3821631"/>
                  <a:ext cx="90529" cy="196045"/>
                  <a:chOff x="3172209" y="3821631"/>
                  <a:chExt cx="90529" cy="196045"/>
                </a:xfrm>
                <a:solidFill>
                  <a:srgbClr val="000000"/>
                </a:solidFill>
              </p:grpSpPr>
              <p:sp>
                <p:nvSpPr>
                  <p:cNvPr id="45" name="任意形状 44">
                    <a:extLst>
                      <a:ext uri="{FF2B5EF4-FFF2-40B4-BE49-F238E27FC236}">
                        <a16:creationId xmlns:a16="http://schemas.microsoft.com/office/drawing/2014/main" id="{3F43E75F-FF03-F5E5-DBAB-494C477C6942}"/>
                      </a:ext>
                    </a:extLst>
                  </p:cNvPr>
                  <p:cNvSpPr/>
                  <p:nvPr/>
                </p:nvSpPr>
                <p:spPr>
                  <a:xfrm>
                    <a:off x="3217515" y="3821631"/>
                    <a:ext cx="8166" cy="28554"/>
                  </a:xfrm>
                  <a:custGeom>
                    <a:avLst/>
                    <a:gdLst>
                      <a:gd name="connsiteX0" fmla="*/ 17 w 8166"/>
                      <a:gd name="connsiteY0" fmla="*/ 118 h 28554"/>
                      <a:gd name="connsiteX1" fmla="*/ 17 w 8166"/>
                      <a:gd name="connsiteY1" fmla="*/ 28673 h 2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8166" h="28554">
                        <a:moveTo>
                          <a:pt x="17" y="118"/>
                        </a:moveTo>
                        <a:lnTo>
                          <a:pt x="17" y="28673"/>
                        </a:lnTo>
                      </a:path>
                    </a:pathLst>
                  </a:custGeom>
                  <a:solidFill>
                    <a:srgbClr val="000000"/>
                  </a:solidFill>
                  <a:ln w="652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任意形状 47">
                    <a:extLst>
                      <a:ext uri="{FF2B5EF4-FFF2-40B4-BE49-F238E27FC236}">
                        <a16:creationId xmlns:a16="http://schemas.microsoft.com/office/drawing/2014/main" id="{ADE2FE3E-F1F8-4D0B-0FE1-6FC07C9C5F96}"/>
                      </a:ext>
                    </a:extLst>
                  </p:cNvPr>
                  <p:cNvSpPr/>
                  <p:nvPr/>
                </p:nvSpPr>
                <p:spPr>
                  <a:xfrm flipV="1">
                    <a:off x="3172209" y="3881913"/>
                    <a:ext cx="90529" cy="135764"/>
                  </a:xfrm>
                  <a:custGeom>
                    <a:avLst/>
                    <a:gdLst>
                      <a:gd name="connsiteX0" fmla="*/ 43233 w 90529"/>
                      <a:gd name="connsiteY0" fmla="*/ 119546 h 135764"/>
                      <a:gd name="connsiteX1" fmla="*/ 22657 w 90529"/>
                      <a:gd name="connsiteY1" fmla="*/ 106085 h 135764"/>
                      <a:gd name="connsiteX2" fmla="*/ 15780 w 90529"/>
                      <a:gd name="connsiteY2" fmla="*/ 65644 h 135764"/>
                      <a:gd name="connsiteX3" fmla="*/ 22657 w 90529"/>
                      <a:gd name="connsiteY3" fmla="*/ 25288 h 135764"/>
                      <a:gd name="connsiteX4" fmla="*/ 43233 w 90529"/>
                      <a:gd name="connsiteY4" fmla="*/ 11827 h 135764"/>
                      <a:gd name="connsiteX5" fmla="*/ 63894 w 90529"/>
                      <a:gd name="connsiteY5" fmla="*/ 25288 h 135764"/>
                      <a:gd name="connsiteX6" fmla="*/ 70799 w 90529"/>
                      <a:gd name="connsiteY6" fmla="*/ 65644 h 135764"/>
                      <a:gd name="connsiteX7" fmla="*/ 63894 w 90529"/>
                      <a:gd name="connsiteY7" fmla="*/ 106085 h 135764"/>
                      <a:gd name="connsiteX8" fmla="*/ 43233 w 90529"/>
                      <a:gd name="connsiteY8" fmla="*/ 119546 h 135764"/>
                      <a:gd name="connsiteX9" fmla="*/ 43233 w 90529"/>
                      <a:gd name="connsiteY9" fmla="*/ 133568 h 135764"/>
                      <a:gd name="connsiteX10" fmla="*/ 76891 w 90529"/>
                      <a:gd name="connsiteY10" fmla="*/ 116153 h 135764"/>
                      <a:gd name="connsiteX11" fmla="*/ 88512 w 90529"/>
                      <a:gd name="connsiteY11" fmla="*/ 65644 h 135764"/>
                      <a:gd name="connsiteX12" fmla="*/ 76891 w 90529"/>
                      <a:gd name="connsiteY12" fmla="*/ 15192 h 135764"/>
                      <a:gd name="connsiteX13" fmla="*/ 43233 w 90529"/>
                      <a:gd name="connsiteY13" fmla="*/ -2196 h 135764"/>
                      <a:gd name="connsiteX14" fmla="*/ 9604 w 90529"/>
                      <a:gd name="connsiteY14" fmla="*/ 15192 h 135764"/>
                      <a:gd name="connsiteX15" fmla="*/ -2017 w 90529"/>
                      <a:gd name="connsiteY15" fmla="*/ 65644 h 135764"/>
                      <a:gd name="connsiteX16" fmla="*/ 9604 w 90529"/>
                      <a:gd name="connsiteY16" fmla="*/ 116153 h 135764"/>
                      <a:gd name="connsiteX17" fmla="*/ 43233 w 90529"/>
                      <a:gd name="connsiteY17" fmla="*/ 133568 h 135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90529" h="135764">
                        <a:moveTo>
                          <a:pt x="43233" y="119546"/>
                        </a:moveTo>
                        <a:cubicBezTo>
                          <a:pt x="34120" y="119546"/>
                          <a:pt x="27261" y="115059"/>
                          <a:pt x="22657" y="106085"/>
                        </a:cubicBezTo>
                        <a:cubicBezTo>
                          <a:pt x="18072" y="97129"/>
                          <a:pt x="15780" y="83649"/>
                          <a:pt x="15780" y="65644"/>
                        </a:cubicBezTo>
                        <a:cubicBezTo>
                          <a:pt x="15780" y="47715"/>
                          <a:pt x="18072" y="34262"/>
                          <a:pt x="22657" y="25288"/>
                        </a:cubicBezTo>
                        <a:cubicBezTo>
                          <a:pt x="27261" y="16314"/>
                          <a:pt x="34120" y="11827"/>
                          <a:pt x="43233" y="11827"/>
                        </a:cubicBezTo>
                        <a:cubicBezTo>
                          <a:pt x="52422" y="11827"/>
                          <a:pt x="59309" y="16314"/>
                          <a:pt x="63894" y="25288"/>
                        </a:cubicBezTo>
                        <a:cubicBezTo>
                          <a:pt x="68497" y="34262"/>
                          <a:pt x="70799" y="47715"/>
                          <a:pt x="70799" y="65644"/>
                        </a:cubicBezTo>
                        <a:cubicBezTo>
                          <a:pt x="70799" y="83649"/>
                          <a:pt x="68497" y="97129"/>
                          <a:pt x="63894" y="106085"/>
                        </a:cubicBezTo>
                        <a:cubicBezTo>
                          <a:pt x="59309" y="115059"/>
                          <a:pt x="52422" y="119546"/>
                          <a:pt x="43233" y="119546"/>
                        </a:cubicBezTo>
                        <a:close/>
                        <a:moveTo>
                          <a:pt x="43233" y="133568"/>
                        </a:moveTo>
                        <a:cubicBezTo>
                          <a:pt x="57924" y="133568"/>
                          <a:pt x="69143" y="127763"/>
                          <a:pt x="76891" y="116153"/>
                        </a:cubicBezTo>
                        <a:cubicBezTo>
                          <a:pt x="84638" y="104561"/>
                          <a:pt x="88512" y="87725"/>
                          <a:pt x="88512" y="65644"/>
                        </a:cubicBezTo>
                        <a:cubicBezTo>
                          <a:pt x="88512" y="43620"/>
                          <a:pt x="84638" y="26802"/>
                          <a:pt x="76891" y="15192"/>
                        </a:cubicBezTo>
                        <a:cubicBezTo>
                          <a:pt x="69143" y="3600"/>
                          <a:pt x="57924" y="-2196"/>
                          <a:pt x="43233" y="-2196"/>
                        </a:cubicBezTo>
                        <a:cubicBezTo>
                          <a:pt x="28562" y="-2196"/>
                          <a:pt x="17352" y="3600"/>
                          <a:pt x="9604" y="15192"/>
                        </a:cubicBezTo>
                        <a:cubicBezTo>
                          <a:pt x="1857" y="26802"/>
                          <a:pt x="-2017" y="43620"/>
                          <a:pt x="-2017" y="65644"/>
                        </a:cubicBezTo>
                        <a:cubicBezTo>
                          <a:pt x="-2017" y="87725"/>
                          <a:pt x="1857" y="104561"/>
                          <a:pt x="9604" y="116153"/>
                        </a:cubicBezTo>
                        <a:cubicBezTo>
                          <a:pt x="17352" y="127763"/>
                          <a:pt x="28562" y="133568"/>
                          <a:pt x="43233" y="13356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28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" name="图片 15">
                  <a:extLst>
                    <a:ext uri="{FF2B5EF4-FFF2-40B4-BE49-F238E27FC236}">
                      <a16:creationId xmlns:a16="http://schemas.microsoft.com/office/drawing/2014/main" id="{7A954133-31DC-CD2A-A129-2335A3EA862B}"/>
                    </a:ext>
                  </a:extLst>
                </p:cNvPr>
                <p:cNvGrpSpPr/>
                <p:nvPr/>
              </p:nvGrpSpPr>
              <p:grpSpPr>
                <a:xfrm>
                  <a:off x="4139861" y="3821631"/>
                  <a:ext cx="158299" cy="196045"/>
                  <a:chOff x="4139861" y="3821631"/>
                  <a:chExt cx="158299" cy="196045"/>
                </a:xfrm>
                <a:solidFill>
                  <a:srgbClr val="000000"/>
                </a:solidFill>
              </p:grpSpPr>
              <p:sp>
                <p:nvSpPr>
                  <p:cNvPr id="50" name="任意形状 49">
                    <a:extLst>
                      <a:ext uri="{FF2B5EF4-FFF2-40B4-BE49-F238E27FC236}">
                        <a16:creationId xmlns:a16="http://schemas.microsoft.com/office/drawing/2014/main" id="{0D89BD46-CB78-BD8F-F9CB-842E686A83B5}"/>
                      </a:ext>
                    </a:extLst>
                  </p:cNvPr>
                  <p:cNvSpPr/>
                  <p:nvPr/>
                </p:nvSpPr>
                <p:spPr>
                  <a:xfrm>
                    <a:off x="4298160" y="3821631"/>
                    <a:ext cx="8166" cy="28554"/>
                  </a:xfrm>
                  <a:custGeom>
                    <a:avLst/>
                    <a:gdLst>
                      <a:gd name="connsiteX0" fmla="*/ 150 w 8166"/>
                      <a:gd name="connsiteY0" fmla="*/ 118 h 28554"/>
                      <a:gd name="connsiteX1" fmla="*/ 150 w 8166"/>
                      <a:gd name="connsiteY1" fmla="*/ 28673 h 2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8166" h="28554">
                        <a:moveTo>
                          <a:pt x="150" y="118"/>
                        </a:moveTo>
                        <a:lnTo>
                          <a:pt x="150" y="28673"/>
                        </a:lnTo>
                      </a:path>
                    </a:pathLst>
                  </a:custGeom>
                  <a:solidFill>
                    <a:srgbClr val="000000"/>
                  </a:solidFill>
                  <a:ln w="652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1" name="图片 15">
                    <a:extLst>
                      <a:ext uri="{FF2B5EF4-FFF2-40B4-BE49-F238E27FC236}">
                        <a16:creationId xmlns:a16="http://schemas.microsoft.com/office/drawing/2014/main" id="{678F1128-1B4E-D66B-F930-0797E400A848}"/>
                      </a:ext>
                    </a:extLst>
                  </p:cNvPr>
                  <p:cNvGrpSpPr/>
                  <p:nvPr/>
                </p:nvGrpSpPr>
                <p:grpSpPr>
                  <a:xfrm>
                    <a:off x="4139861" y="3881913"/>
                    <a:ext cx="93399" cy="135764"/>
                    <a:chOff x="4139861" y="3881913"/>
                    <a:chExt cx="93399" cy="135764"/>
                  </a:xfrm>
                  <a:solidFill>
                    <a:srgbClr val="000000"/>
                  </a:solidFill>
                </p:grpSpPr>
                <p:sp>
                  <p:nvSpPr>
                    <p:cNvPr id="52" name="任意形状 51">
                      <a:extLst>
                        <a:ext uri="{FF2B5EF4-FFF2-40B4-BE49-F238E27FC236}">
                          <a16:creationId xmlns:a16="http://schemas.microsoft.com/office/drawing/2014/main" id="{EB1D8A76-33B9-2529-5217-F7A6C9F5A5C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139861" y="3881913"/>
                      <a:ext cx="83146" cy="133212"/>
                    </a:xfrm>
                    <a:custGeom>
                      <a:avLst/>
                      <a:gdLst>
                        <a:gd name="connsiteX0" fmla="*/ 19491 w 83146"/>
                        <a:gd name="connsiteY0" fmla="*/ 12650 h 133212"/>
                        <a:gd name="connsiteX1" fmla="*/ 81332 w 83146"/>
                        <a:gd name="connsiteY1" fmla="*/ 12650 h 133212"/>
                        <a:gd name="connsiteX2" fmla="*/ 81332 w 83146"/>
                        <a:gd name="connsiteY2" fmla="*/ -2241 h 133212"/>
                        <a:gd name="connsiteX3" fmla="*/ -1815 w 83146"/>
                        <a:gd name="connsiteY3" fmla="*/ -2241 h 133212"/>
                        <a:gd name="connsiteX4" fmla="*/ -1815 w 83146"/>
                        <a:gd name="connsiteY4" fmla="*/ 12650 h 133212"/>
                        <a:gd name="connsiteX5" fmla="*/ 25667 w 83146"/>
                        <a:gd name="connsiteY5" fmla="*/ 40639 h 133212"/>
                        <a:gd name="connsiteX6" fmla="*/ 47562 w 83146"/>
                        <a:gd name="connsiteY6" fmla="*/ 63327 h 133212"/>
                        <a:gd name="connsiteX7" fmla="*/ 59437 w 83146"/>
                        <a:gd name="connsiteY7" fmla="*/ 79481 h 133212"/>
                        <a:gd name="connsiteX8" fmla="*/ 62833 w 83146"/>
                        <a:gd name="connsiteY8" fmla="*/ 92493 h 133212"/>
                        <a:gd name="connsiteX9" fmla="*/ 55507 w 83146"/>
                        <a:gd name="connsiteY9" fmla="*/ 109488 h 133212"/>
                        <a:gd name="connsiteX10" fmla="*/ 36418 w 83146"/>
                        <a:gd name="connsiteY10" fmla="*/ 116079 h 133212"/>
                        <a:gd name="connsiteX11" fmla="*/ 18818 w 83146"/>
                        <a:gd name="connsiteY11" fmla="*/ 113190 h 133212"/>
                        <a:gd name="connsiteX12" fmla="*/ -944 w 83146"/>
                        <a:gd name="connsiteY12" fmla="*/ 104412 h 133212"/>
                        <a:gd name="connsiteX13" fmla="*/ -944 w 83146"/>
                        <a:gd name="connsiteY13" fmla="*/ 122305 h 133212"/>
                        <a:gd name="connsiteX14" fmla="*/ 19042 w 83146"/>
                        <a:gd name="connsiteY14" fmla="*/ 128783 h 133212"/>
                        <a:gd name="connsiteX15" fmla="*/ 36081 w 83146"/>
                        <a:gd name="connsiteY15" fmla="*/ 130971 h 133212"/>
                        <a:gd name="connsiteX16" fmla="*/ 68532 w 83146"/>
                        <a:gd name="connsiteY16" fmla="*/ 120790 h 133212"/>
                        <a:gd name="connsiteX17" fmla="*/ 80630 w 83146"/>
                        <a:gd name="connsiteY17" fmla="*/ 93643 h 133212"/>
                        <a:gd name="connsiteX18" fmla="*/ 77599 w 83146"/>
                        <a:gd name="connsiteY18" fmla="*/ 78331 h 133212"/>
                        <a:gd name="connsiteX19" fmla="*/ 66595 w 83146"/>
                        <a:gd name="connsiteY19" fmla="*/ 61308 h 133212"/>
                        <a:gd name="connsiteX20" fmla="*/ 52643 w 83146"/>
                        <a:gd name="connsiteY20" fmla="*/ 46612 h 133212"/>
                        <a:gd name="connsiteX21" fmla="*/ 19491 w 83146"/>
                        <a:gd name="connsiteY21" fmla="*/ 12650 h 133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83146" h="133212">
                          <a:moveTo>
                            <a:pt x="19491" y="12650"/>
                          </a:moveTo>
                          <a:lnTo>
                            <a:pt x="81332" y="12650"/>
                          </a:lnTo>
                          <a:lnTo>
                            <a:pt x="81332" y="-2241"/>
                          </a:lnTo>
                          <a:lnTo>
                            <a:pt x="-1815" y="-2241"/>
                          </a:lnTo>
                          <a:lnTo>
                            <a:pt x="-1815" y="12650"/>
                          </a:lnTo>
                          <a:cubicBezTo>
                            <a:pt x="4904" y="19605"/>
                            <a:pt x="14064" y="28935"/>
                            <a:pt x="25667" y="40639"/>
                          </a:cubicBezTo>
                          <a:cubicBezTo>
                            <a:pt x="37288" y="52362"/>
                            <a:pt x="44587" y="59924"/>
                            <a:pt x="47562" y="63327"/>
                          </a:cubicBezTo>
                          <a:cubicBezTo>
                            <a:pt x="53233" y="69684"/>
                            <a:pt x="57191" y="75068"/>
                            <a:pt x="59437" y="79481"/>
                          </a:cubicBezTo>
                          <a:cubicBezTo>
                            <a:pt x="61701" y="83893"/>
                            <a:pt x="62833" y="88231"/>
                            <a:pt x="62833" y="92493"/>
                          </a:cubicBezTo>
                          <a:cubicBezTo>
                            <a:pt x="62833" y="99449"/>
                            <a:pt x="60391" y="105114"/>
                            <a:pt x="55507" y="109488"/>
                          </a:cubicBezTo>
                          <a:cubicBezTo>
                            <a:pt x="50622" y="113882"/>
                            <a:pt x="44259" y="116079"/>
                            <a:pt x="36418" y="116079"/>
                          </a:cubicBezTo>
                          <a:cubicBezTo>
                            <a:pt x="30860" y="116079"/>
                            <a:pt x="24993" y="115116"/>
                            <a:pt x="18818" y="113190"/>
                          </a:cubicBezTo>
                          <a:cubicBezTo>
                            <a:pt x="12661" y="111265"/>
                            <a:pt x="6073" y="108339"/>
                            <a:pt x="-944" y="104412"/>
                          </a:cubicBezTo>
                          <a:lnTo>
                            <a:pt x="-944" y="122305"/>
                          </a:lnTo>
                          <a:cubicBezTo>
                            <a:pt x="6186" y="125165"/>
                            <a:pt x="12848" y="127325"/>
                            <a:pt x="19042" y="128783"/>
                          </a:cubicBezTo>
                          <a:cubicBezTo>
                            <a:pt x="25255" y="130242"/>
                            <a:pt x="30935" y="130971"/>
                            <a:pt x="36081" y="130971"/>
                          </a:cubicBezTo>
                          <a:cubicBezTo>
                            <a:pt x="49649" y="130971"/>
                            <a:pt x="60466" y="127577"/>
                            <a:pt x="68532" y="120790"/>
                          </a:cubicBezTo>
                          <a:cubicBezTo>
                            <a:pt x="76597" y="114022"/>
                            <a:pt x="80630" y="104973"/>
                            <a:pt x="80630" y="93643"/>
                          </a:cubicBezTo>
                          <a:cubicBezTo>
                            <a:pt x="80630" y="88259"/>
                            <a:pt x="79620" y="83155"/>
                            <a:pt x="77599" y="78331"/>
                          </a:cubicBezTo>
                          <a:cubicBezTo>
                            <a:pt x="75596" y="73526"/>
                            <a:pt x="71928" y="67851"/>
                            <a:pt x="66595" y="61308"/>
                          </a:cubicBezTo>
                          <a:cubicBezTo>
                            <a:pt x="65135" y="59606"/>
                            <a:pt x="60484" y="54708"/>
                            <a:pt x="52643" y="46612"/>
                          </a:cubicBezTo>
                          <a:cubicBezTo>
                            <a:pt x="44821" y="38517"/>
                            <a:pt x="33770" y="27196"/>
                            <a:pt x="19491" y="1265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" name="任意形状 52">
                      <a:extLst>
                        <a:ext uri="{FF2B5EF4-FFF2-40B4-BE49-F238E27FC236}">
                          <a16:creationId xmlns:a16="http://schemas.microsoft.com/office/drawing/2014/main" id="{429E462A-C69E-81C7-D389-3CE2AF8CA41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142349" y="3884269"/>
                      <a:ext cx="84746" cy="133408"/>
                    </a:xfrm>
                    <a:custGeom>
                      <a:avLst/>
                      <a:gdLst>
                        <a:gd name="connsiteX0" fmla="*/ 3662 w 84746"/>
                        <a:gd name="connsiteY0" fmla="*/ 131255 h 133408"/>
                        <a:gd name="connsiteX1" fmla="*/ 73222 w 84746"/>
                        <a:gd name="connsiteY1" fmla="*/ 131255 h 133408"/>
                        <a:gd name="connsiteX2" fmla="*/ 73222 w 84746"/>
                        <a:gd name="connsiteY2" fmla="*/ 116335 h 133408"/>
                        <a:gd name="connsiteX3" fmla="*/ 19887 w 84746"/>
                        <a:gd name="connsiteY3" fmla="*/ 116335 h 133408"/>
                        <a:gd name="connsiteX4" fmla="*/ 19887 w 84746"/>
                        <a:gd name="connsiteY4" fmla="*/ 84280 h 133408"/>
                        <a:gd name="connsiteX5" fmla="*/ 27579 w 84746"/>
                        <a:gd name="connsiteY5" fmla="*/ 86243 h 133408"/>
                        <a:gd name="connsiteX6" fmla="*/ 35326 w 84746"/>
                        <a:gd name="connsiteY6" fmla="*/ 86888 h 133408"/>
                        <a:gd name="connsiteX7" fmla="*/ 70050 w 84746"/>
                        <a:gd name="connsiteY7" fmla="*/ 74885 h 133408"/>
                        <a:gd name="connsiteX8" fmla="*/ 82879 w 84746"/>
                        <a:gd name="connsiteY8" fmla="*/ 42381 h 133408"/>
                        <a:gd name="connsiteX9" fmla="*/ 69714 w 84746"/>
                        <a:gd name="connsiteY9" fmla="*/ 9541 h 133408"/>
                        <a:gd name="connsiteX10" fmla="*/ 32604 w 84746"/>
                        <a:gd name="connsiteY10" fmla="*/ -2154 h 133408"/>
                        <a:gd name="connsiteX11" fmla="*/ 15789 w 84746"/>
                        <a:gd name="connsiteY11" fmla="*/ -751 h 133408"/>
                        <a:gd name="connsiteX12" fmla="*/ -1868 w 84746"/>
                        <a:gd name="connsiteY12" fmla="*/ 3455 h 133408"/>
                        <a:gd name="connsiteX13" fmla="*/ -1868 w 84746"/>
                        <a:gd name="connsiteY13" fmla="*/ 21264 h 133408"/>
                        <a:gd name="connsiteX14" fmla="*/ 14442 w 84746"/>
                        <a:gd name="connsiteY14" fmla="*/ 14870 h 133408"/>
                        <a:gd name="connsiteX15" fmla="*/ 32239 w 84746"/>
                        <a:gd name="connsiteY15" fmla="*/ 12766 h 133408"/>
                        <a:gd name="connsiteX16" fmla="*/ 56268 w 84746"/>
                        <a:gd name="connsiteY16" fmla="*/ 20731 h 133408"/>
                        <a:gd name="connsiteX17" fmla="*/ 65138 w 84746"/>
                        <a:gd name="connsiteY17" fmla="*/ 42381 h 133408"/>
                        <a:gd name="connsiteX18" fmla="*/ 56268 w 84746"/>
                        <a:gd name="connsiteY18" fmla="*/ 64004 h 133408"/>
                        <a:gd name="connsiteX19" fmla="*/ 32239 w 84746"/>
                        <a:gd name="connsiteY19" fmla="*/ 71996 h 133408"/>
                        <a:gd name="connsiteX20" fmla="*/ 18063 w 84746"/>
                        <a:gd name="connsiteY20" fmla="*/ 70426 h 133408"/>
                        <a:gd name="connsiteX21" fmla="*/ 3662 w 84746"/>
                        <a:gd name="connsiteY21" fmla="*/ 65518 h 133408"/>
                        <a:gd name="connsiteX22" fmla="*/ 3662 w 84746"/>
                        <a:gd name="connsiteY22" fmla="*/ 131255 h 1334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84746" h="133408">
                          <a:moveTo>
                            <a:pt x="3662" y="131255"/>
                          </a:moveTo>
                          <a:lnTo>
                            <a:pt x="73222" y="131255"/>
                          </a:lnTo>
                          <a:lnTo>
                            <a:pt x="73222" y="116335"/>
                          </a:lnTo>
                          <a:lnTo>
                            <a:pt x="19887" y="116335"/>
                          </a:lnTo>
                          <a:lnTo>
                            <a:pt x="19887" y="84280"/>
                          </a:lnTo>
                          <a:cubicBezTo>
                            <a:pt x="22451" y="85159"/>
                            <a:pt x="25015" y="85813"/>
                            <a:pt x="27579" y="86243"/>
                          </a:cubicBezTo>
                          <a:cubicBezTo>
                            <a:pt x="30161" y="86673"/>
                            <a:pt x="32744" y="86888"/>
                            <a:pt x="35326" y="86888"/>
                          </a:cubicBezTo>
                          <a:cubicBezTo>
                            <a:pt x="49942" y="86888"/>
                            <a:pt x="61517" y="82887"/>
                            <a:pt x="70050" y="74885"/>
                          </a:cubicBezTo>
                          <a:cubicBezTo>
                            <a:pt x="78603" y="66883"/>
                            <a:pt x="82879" y="56048"/>
                            <a:pt x="82879" y="42381"/>
                          </a:cubicBezTo>
                          <a:cubicBezTo>
                            <a:pt x="82879" y="28303"/>
                            <a:pt x="78491" y="17356"/>
                            <a:pt x="69714" y="9541"/>
                          </a:cubicBezTo>
                          <a:cubicBezTo>
                            <a:pt x="60937" y="1745"/>
                            <a:pt x="48567" y="-2154"/>
                            <a:pt x="32604" y="-2154"/>
                          </a:cubicBezTo>
                          <a:cubicBezTo>
                            <a:pt x="27102" y="-2154"/>
                            <a:pt x="21497" y="-1686"/>
                            <a:pt x="15789" y="-751"/>
                          </a:cubicBezTo>
                          <a:cubicBezTo>
                            <a:pt x="10100" y="183"/>
                            <a:pt x="4214" y="1586"/>
                            <a:pt x="-1868" y="3455"/>
                          </a:cubicBezTo>
                          <a:lnTo>
                            <a:pt x="-1868" y="21264"/>
                          </a:lnTo>
                          <a:cubicBezTo>
                            <a:pt x="3391" y="18403"/>
                            <a:pt x="8827" y="16272"/>
                            <a:pt x="14442" y="14870"/>
                          </a:cubicBezTo>
                          <a:cubicBezTo>
                            <a:pt x="20056" y="13467"/>
                            <a:pt x="25988" y="12766"/>
                            <a:pt x="32239" y="12766"/>
                          </a:cubicBezTo>
                          <a:cubicBezTo>
                            <a:pt x="42363" y="12766"/>
                            <a:pt x="50373" y="15421"/>
                            <a:pt x="56268" y="20731"/>
                          </a:cubicBezTo>
                          <a:cubicBezTo>
                            <a:pt x="62181" y="26041"/>
                            <a:pt x="65138" y="33258"/>
                            <a:pt x="65138" y="42381"/>
                          </a:cubicBezTo>
                          <a:cubicBezTo>
                            <a:pt x="65138" y="51487"/>
                            <a:pt x="62181" y="58694"/>
                            <a:pt x="56268" y="64004"/>
                          </a:cubicBezTo>
                          <a:cubicBezTo>
                            <a:pt x="50373" y="69332"/>
                            <a:pt x="42363" y="71996"/>
                            <a:pt x="32239" y="71996"/>
                          </a:cubicBezTo>
                          <a:cubicBezTo>
                            <a:pt x="27504" y="71996"/>
                            <a:pt x="22779" y="71473"/>
                            <a:pt x="18063" y="70426"/>
                          </a:cubicBezTo>
                          <a:cubicBezTo>
                            <a:pt x="13366" y="69379"/>
                            <a:pt x="8565" y="67743"/>
                            <a:pt x="3662" y="65518"/>
                          </a:cubicBezTo>
                          <a:lnTo>
                            <a:pt x="3662" y="13125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任意形状 59">
                      <a:extLst>
                        <a:ext uri="{FF2B5EF4-FFF2-40B4-BE49-F238E27FC236}">
                          <a16:creationId xmlns:a16="http://schemas.microsoft.com/office/drawing/2014/main" id="{8022D17B-BFA4-D6B8-A8AF-E097082C9D3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142815" y="3881913"/>
                      <a:ext cx="90445" cy="135764"/>
                    </a:xfrm>
                    <a:custGeom>
                      <a:avLst/>
                      <a:gdLst>
                        <a:gd name="connsiteX0" fmla="*/ 44845 w 90445"/>
                        <a:gd name="connsiteY0" fmla="*/ 72824 h 135764"/>
                        <a:gd name="connsiteX1" fmla="*/ 25925 w 90445"/>
                        <a:gd name="connsiteY1" fmla="*/ 64663 h 135764"/>
                        <a:gd name="connsiteX2" fmla="*/ 18963 w 90445"/>
                        <a:gd name="connsiteY2" fmla="*/ 42339 h 135764"/>
                        <a:gd name="connsiteX3" fmla="*/ 25925 w 90445"/>
                        <a:gd name="connsiteY3" fmla="*/ 20016 h 135764"/>
                        <a:gd name="connsiteX4" fmla="*/ 44845 w 90445"/>
                        <a:gd name="connsiteY4" fmla="*/ 11827 h 135764"/>
                        <a:gd name="connsiteX5" fmla="*/ 63736 w 90445"/>
                        <a:gd name="connsiteY5" fmla="*/ 20016 h 135764"/>
                        <a:gd name="connsiteX6" fmla="*/ 70698 w 90445"/>
                        <a:gd name="connsiteY6" fmla="*/ 42339 h 135764"/>
                        <a:gd name="connsiteX7" fmla="*/ 63736 w 90445"/>
                        <a:gd name="connsiteY7" fmla="*/ 64663 h 135764"/>
                        <a:gd name="connsiteX8" fmla="*/ 44845 w 90445"/>
                        <a:gd name="connsiteY8" fmla="*/ 72824 h 135764"/>
                        <a:gd name="connsiteX9" fmla="*/ 80018 w 90445"/>
                        <a:gd name="connsiteY9" fmla="*/ 128324 h 135764"/>
                        <a:gd name="connsiteX10" fmla="*/ 80018 w 90445"/>
                        <a:gd name="connsiteY10" fmla="*/ 112198 h 135764"/>
                        <a:gd name="connsiteX11" fmla="*/ 66544 w 90445"/>
                        <a:gd name="connsiteY11" fmla="*/ 116994 h 135764"/>
                        <a:gd name="connsiteX12" fmla="*/ 53069 w 90445"/>
                        <a:gd name="connsiteY12" fmla="*/ 118677 h 135764"/>
                        <a:gd name="connsiteX13" fmla="*/ 26262 w 90445"/>
                        <a:gd name="connsiteY13" fmla="*/ 106842 h 135764"/>
                        <a:gd name="connsiteX14" fmla="*/ 15707 w 90445"/>
                        <a:gd name="connsiteY14" fmla="*/ 71085 h 135764"/>
                        <a:gd name="connsiteX15" fmla="*/ 28676 w 90445"/>
                        <a:gd name="connsiteY15" fmla="*/ 82780 h 135764"/>
                        <a:gd name="connsiteX16" fmla="*/ 45883 w 90445"/>
                        <a:gd name="connsiteY16" fmla="*/ 86846 h 135764"/>
                        <a:gd name="connsiteX17" fmla="*/ 77070 w 90445"/>
                        <a:gd name="connsiteY17" fmla="*/ 74871 h 135764"/>
                        <a:gd name="connsiteX18" fmla="*/ 88523 w 90445"/>
                        <a:gd name="connsiteY18" fmla="*/ 42339 h 135764"/>
                        <a:gd name="connsiteX19" fmla="*/ 76593 w 90445"/>
                        <a:gd name="connsiteY19" fmla="*/ 9976 h 135764"/>
                        <a:gd name="connsiteX20" fmla="*/ 44845 w 90445"/>
                        <a:gd name="connsiteY20" fmla="*/ -2196 h 135764"/>
                        <a:gd name="connsiteX21" fmla="*/ 10093 w 90445"/>
                        <a:gd name="connsiteY21" fmla="*/ 15192 h 135764"/>
                        <a:gd name="connsiteX22" fmla="*/ -1922 w 90445"/>
                        <a:gd name="connsiteY22" fmla="*/ 65644 h 135764"/>
                        <a:gd name="connsiteX23" fmla="*/ 12815 w 90445"/>
                        <a:gd name="connsiteY23" fmla="*/ 115115 h 135764"/>
                        <a:gd name="connsiteX24" fmla="*/ 52368 w 90445"/>
                        <a:gd name="connsiteY24" fmla="*/ 133568 h 135764"/>
                        <a:gd name="connsiteX25" fmla="*/ 65842 w 90445"/>
                        <a:gd name="connsiteY25" fmla="*/ 132250 h 135764"/>
                        <a:gd name="connsiteX26" fmla="*/ 80018 w 90445"/>
                        <a:gd name="connsiteY26" fmla="*/ 128324 h 1357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90445" h="135764">
                          <a:moveTo>
                            <a:pt x="44845" y="72824"/>
                          </a:moveTo>
                          <a:cubicBezTo>
                            <a:pt x="36891" y="72824"/>
                            <a:pt x="30585" y="70103"/>
                            <a:pt x="25925" y="64663"/>
                          </a:cubicBezTo>
                          <a:cubicBezTo>
                            <a:pt x="21284" y="59241"/>
                            <a:pt x="18963" y="51799"/>
                            <a:pt x="18963" y="42339"/>
                          </a:cubicBezTo>
                          <a:cubicBezTo>
                            <a:pt x="18963" y="32935"/>
                            <a:pt x="21284" y="25494"/>
                            <a:pt x="25925" y="20016"/>
                          </a:cubicBezTo>
                          <a:cubicBezTo>
                            <a:pt x="30585" y="14556"/>
                            <a:pt x="36891" y="11827"/>
                            <a:pt x="44845" y="11827"/>
                          </a:cubicBezTo>
                          <a:cubicBezTo>
                            <a:pt x="52798" y="11827"/>
                            <a:pt x="59095" y="14556"/>
                            <a:pt x="63736" y="20016"/>
                          </a:cubicBezTo>
                          <a:cubicBezTo>
                            <a:pt x="68377" y="25494"/>
                            <a:pt x="70698" y="32935"/>
                            <a:pt x="70698" y="42339"/>
                          </a:cubicBezTo>
                          <a:cubicBezTo>
                            <a:pt x="70698" y="51799"/>
                            <a:pt x="68377" y="59241"/>
                            <a:pt x="63736" y="64663"/>
                          </a:cubicBezTo>
                          <a:cubicBezTo>
                            <a:pt x="59095" y="70103"/>
                            <a:pt x="52798" y="72824"/>
                            <a:pt x="44845" y="72824"/>
                          </a:cubicBezTo>
                          <a:close/>
                          <a:moveTo>
                            <a:pt x="80018" y="128324"/>
                          </a:moveTo>
                          <a:lnTo>
                            <a:pt x="80018" y="112198"/>
                          </a:lnTo>
                          <a:cubicBezTo>
                            <a:pt x="75564" y="114292"/>
                            <a:pt x="71072" y="115891"/>
                            <a:pt x="66544" y="116994"/>
                          </a:cubicBezTo>
                          <a:cubicBezTo>
                            <a:pt x="62015" y="118116"/>
                            <a:pt x="57523" y="118677"/>
                            <a:pt x="53069" y="118677"/>
                          </a:cubicBezTo>
                          <a:cubicBezTo>
                            <a:pt x="41373" y="118677"/>
                            <a:pt x="32437" y="114732"/>
                            <a:pt x="26262" y="106842"/>
                          </a:cubicBezTo>
                          <a:cubicBezTo>
                            <a:pt x="20105" y="98952"/>
                            <a:pt x="16586" y="87033"/>
                            <a:pt x="15707" y="71085"/>
                          </a:cubicBezTo>
                          <a:cubicBezTo>
                            <a:pt x="19150" y="76170"/>
                            <a:pt x="23473" y="80068"/>
                            <a:pt x="28676" y="82780"/>
                          </a:cubicBezTo>
                          <a:cubicBezTo>
                            <a:pt x="33897" y="85491"/>
                            <a:pt x="39633" y="86846"/>
                            <a:pt x="45883" y="86846"/>
                          </a:cubicBezTo>
                          <a:cubicBezTo>
                            <a:pt x="59039" y="86846"/>
                            <a:pt x="69435" y="82854"/>
                            <a:pt x="77070" y="74871"/>
                          </a:cubicBezTo>
                          <a:cubicBezTo>
                            <a:pt x="84706" y="66906"/>
                            <a:pt x="88523" y="56062"/>
                            <a:pt x="88523" y="42339"/>
                          </a:cubicBezTo>
                          <a:cubicBezTo>
                            <a:pt x="88523" y="28897"/>
                            <a:pt x="84546" y="18109"/>
                            <a:pt x="76593" y="9976"/>
                          </a:cubicBezTo>
                          <a:cubicBezTo>
                            <a:pt x="68640" y="1861"/>
                            <a:pt x="58057" y="-2196"/>
                            <a:pt x="44845" y="-2196"/>
                          </a:cubicBezTo>
                          <a:cubicBezTo>
                            <a:pt x="29686" y="-2196"/>
                            <a:pt x="18102" y="3600"/>
                            <a:pt x="10093" y="15192"/>
                          </a:cubicBezTo>
                          <a:cubicBezTo>
                            <a:pt x="2083" y="26802"/>
                            <a:pt x="-1922" y="43620"/>
                            <a:pt x="-1922" y="65644"/>
                          </a:cubicBezTo>
                          <a:cubicBezTo>
                            <a:pt x="-1922" y="86322"/>
                            <a:pt x="2991" y="102813"/>
                            <a:pt x="12815" y="115115"/>
                          </a:cubicBezTo>
                          <a:cubicBezTo>
                            <a:pt x="22640" y="127417"/>
                            <a:pt x="35825" y="133568"/>
                            <a:pt x="52368" y="133568"/>
                          </a:cubicBezTo>
                          <a:cubicBezTo>
                            <a:pt x="56822" y="133568"/>
                            <a:pt x="61313" y="133129"/>
                            <a:pt x="65842" y="132250"/>
                          </a:cubicBezTo>
                          <a:cubicBezTo>
                            <a:pt x="70371" y="131372"/>
                            <a:pt x="75096" y="130063"/>
                            <a:pt x="80018" y="12832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61" name="图片 15">
                <a:extLst>
                  <a:ext uri="{FF2B5EF4-FFF2-40B4-BE49-F238E27FC236}">
                    <a16:creationId xmlns:a16="http://schemas.microsoft.com/office/drawing/2014/main" id="{39D013AC-6104-6C57-5149-78C9130B82FB}"/>
                  </a:ext>
                </a:extLst>
              </p:cNvPr>
              <p:cNvGrpSpPr/>
              <p:nvPr/>
            </p:nvGrpSpPr>
            <p:grpSpPr>
              <a:xfrm>
                <a:off x="3134902" y="3066492"/>
                <a:ext cx="28581" cy="716411"/>
                <a:chOff x="3134902" y="3066492"/>
                <a:chExt cx="28581" cy="716411"/>
              </a:xfrm>
              <a:solidFill>
                <a:srgbClr val="000000"/>
              </a:solidFill>
            </p:grpSpPr>
            <p:sp>
              <p:nvSpPr>
                <p:cNvPr id="62" name="任意形状 61">
                  <a:extLst>
                    <a:ext uri="{FF2B5EF4-FFF2-40B4-BE49-F238E27FC236}">
                      <a16:creationId xmlns:a16="http://schemas.microsoft.com/office/drawing/2014/main" id="{DAE248ED-E23B-3281-2DA5-EBAC911485A7}"/>
                    </a:ext>
                  </a:extLst>
                </p:cNvPr>
                <p:cNvSpPr/>
                <p:nvPr/>
              </p:nvSpPr>
              <p:spPr>
                <a:xfrm>
                  <a:off x="3134902" y="3782903"/>
                  <a:ext cx="28581" cy="8158"/>
                </a:xfrm>
                <a:custGeom>
                  <a:avLst/>
                  <a:gdLst>
                    <a:gd name="connsiteX0" fmla="*/ 28592 w 28581"/>
                    <a:gd name="connsiteY0" fmla="*/ 113 h 8158"/>
                    <a:gd name="connsiteX1" fmla="*/ 11 w 28581"/>
                    <a:gd name="connsiteY1" fmla="*/ 113 h 8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581" h="8158">
                      <a:moveTo>
                        <a:pt x="28592" y="113"/>
                      </a:moveTo>
                      <a:lnTo>
                        <a:pt x="11" y="113"/>
                      </a:lnTo>
                    </a:path>
                  </a:pathLst>
                </a:custGeom>
                <a:solidFill>
                  <a:srgbClr val="000000"/>
                </a:solidFill>
                <a:ln w="6520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形状 62">
                  <a:extLst>
                    <a:ext uri="{FF2B5EF4-FFF2-40B4-BE49-F238E27FC236}">
                      <a16:creationId xmlns:a16="http://schemas.microsoft.com/office/drawing/2014/main" id="{BCD90599-4A90-E4B9-5A02-35DFF1E6A8CA}"/>
                    </a:ext>
                  </a:extLst>
                </p:cNvPr>
                <p:cNvSpPr/>
                <p:nvPr/>
              </p:nvSpPr>
              <p:spPr>
                <a:xfrm>
                  <a:off x="3134902" y="3066492"/>
                  <a:ext cx="28581" cy="8158"/>
                </a:xfrm>
                <a:custGeom>
                  <a:avLst/>
                  <a:gdLst>
                    <a:gd name="connsiteX0" fmla="*/ 28592 w 28581"/>
                    <a:gd name="connsiteY0" fmla="*/ 26 h 8158"/>
                    <a:gd name="connsiteX1" fmla="*/ 11 w 28581"/>
                    <a:gd name="connsiteY1" fmla="*/ 26 h 8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581" h="8158">
                      <a:moveTo>
                        <a:pt x="28592" y="26"/>
                      </a:moveTo>
                      <a:lnTo>
                        <a:pt x="11" y="26"/>
                      </a:lnTo>
                    </a:path>
                  </a:pathLst>
                </a:custGeom>
                <a:solidFill>
                  <a:srgbClr val="000000"/>
                </a:solidFill>
                <a:ln w="6520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" name="图片 15">
                <a:extLst>
                  <a:ext uri="{FF2B5EF4-FFF2-40B4-BE49-F238E27FC236}">
                    <a16:creationId xmlns:a16="http://schemas.microsoft.com/office/drawing/2014/main" id="{2D52545E-CD30-66FF-71C5-0CC7BAEE25AF}"/>
                  </a:ext>
                </a:extLst>
              </p:cNvPr>
              <p:cNvGrpSpPr/>
              <p:nvPr/>
            </p:nvGrpSpPr>
            <p:grpSpPr>
              <a:xfrm>
                <a:off x="3193017" y="2933668"/>
                <a:ext cx="1129641" cy="871319"/>
                <a:chOff x="3193017" y="2933668"/>
                <a:chExt cx="1129641" cy="871319"/>
              </a:xfrm>
            </p:grpSpPr>
            <p:sp>
              <p:nvSpPr>
                <p:cNvPr id="65" name="任意形状 64">
                  <a:extLst>
                    <a:ext uri="{FF2B5EF4-FFF2-40B4-BE49-F238E27FC236}">
                      <a16:creationId xmlns:a16="http://schemas.microsoft.com/office/drawing/2014/main" id="{909FA442-AD80-3BB6-AC64-086BA805A056}"/>
                    </a:ext>
                  </a:extLst>
                </p:cNvPr>
                <p:cNvSpPr/>
                <p:nvPr/>
              </p:nvSpPr>
              <p:spPr>
                <a:xfrm>
                  <a:off x="3217515" y="2958143"/>
                  <a:ext cx="1080644" cy="822369"/>
                </a:xfrm>
                <a:custGeom>
                  <a:avLst/>
                  <a:gdLst>
                    <a:gd name="connsiteX0" fmla="*/ 0 w 1080644"/>
                    <a:gd name="connsiteY0" fmla="*/ 0 h 822369"/>
                    <a:gd name="connsiteX1" fmla="*/ 108064 w 1080644"/>
                    <a:gd name="connsiteY1" fmla="*/ 654 h 822369"/>
                    <a:gd name="connsiteX2" fmla="*/ 216128 w 1080644"/>
                    <a:gd name="connsiteY2" fmla="*/ 157415 h 822369"/>
                    <a:gd name="connsiteX3" fmla="*/ 324192 w 1080644"/>
                    <a:gd name="connsiteY3" fmla="*/ 300993 h 822369"/>
                    <a:gd name="connsiteX4" fmla="*/ 432257 w 1080644"/>
                    <a:gd name="connsiteY4" fmla="*/ 447367 h 822369"/>
                    <a:gd name="connsiteX5" fmla="*/ 540321 w 1080644"/>
                    <a:gd name="connsiteY5" fmla="*/ 572030 h 822369"/>
                    <a:gd name="connsiteX6" fmla="*/ 648385 w 1080644"/>
                    <a:gd name="connsiteY6" fmla="*/ 654619 h 822369"/>
                    <a:gd name="connsiteX7" fmla="*/ 756449 w 1080644"/>
                    <a:gd name="connsiteY7" fmla="*/ 733442 h 822369"/>
                    <a:gd name="connsiteX8" fmla="*/ 864512 w 1080644"/>
                    <a:gd name="connsiteY8" fmla="*/ 792403 h 822369"/>
                    <a:gd name="connsiteX9" fmla="*/ 972574 w 1080644"/>
                    <a:gd name="connsiteY9" fmla="*/ 816283 h 822369"/>
                    <a:gd name="connsiteX10" fmla="*/ 1080645 w 1080644"/>
                    <a:gd name="connsiteY10" fmla="*/ 822369 h 822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80644" h="822369">
                      <a:moveTo>
                        <a:pt x="0" y="0"/>
                      </a:moveTo>
                      <a:lnTo>
                        <a:pt x="108064" y="654"/>
                      </a:lnTo>
                      <a:lnTo>
                        <a:pt x="216128" y="157415"/>
                      </a:lnTo>
                      <a:lnTo>
                        <a:pt x="324192" y="300993"/>
                      </a:lnTo>
                      <a:lnTo>
                        <a:pt x="432257" y="447367"/>
                      </a:lnTo>
                      <a:lnTo>
                        <a:pt x="540321" y="572030"/>
                      </a:lnTo>
                      <a:lnTo>
                        <a:pt x="648385" y="654619"/>
                      </a:lnTo>
                      <a:lnTo>
                        <a:pt x="756449" y="733442"/>
                      </a:lnTo>
                      <a:lnTo>
                        <a:pt x="864512" y="792403"/>
                      </a:lnTo>
                      <a:lnTo>
                        <a:pt x="972574" y="816283"/>
                      </a:lnTo>
                      <a:lnTo>
                        <a:pt x="1080645" y="822369"/>
                      </a:lnTo>
                    </a:path>
                  </a:pathLst>
                </a:custGeom>
                <a:noFill/>
                <a:ln w="16299" cap="sq">
                  <a:solidFill>
                    <a:srgbClr val="0000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6" name="图片 15">
                  <a:extLst>
                    <a:ext uri="{FF2B5EF4-FFF2-40B4-BE49-F238E27FC236}">
                      <a16:creationId xmlns:a16="http://schemas.microsoft.com/office/drawing/2014/main" id="{96E80F6B-6B40-49D4-46CE-32CEBD718AEA}"/>
                    </a:ext>
                  </a:extLst>
                </p:cNvPr>
                <p:cNvGrpSpPr/>
                <p:nvPr/>
              </p:nvGrpSpPr>
              <p:grpSpPr>
                <a:xfrm>
                  <a:off x="3193017" y="2933668"/>
                  <a:ext cx="1129641" cy="871319"/>
                  <a:chOff x="3193017" y="2933668"/>
                  <a:chExt cx="1129641" cy="871319"/>
                </a:xfrm>
              </p:grpSpPr>
              <p:sp>
                <p:nvSpPr>
                  <p:cNvPr id="74" name="任意形状 73">
                    <a:extLst>
                      <a:ext uri="{FF2B5EF4-FFF2-40B4-BE49-F238E27FC236}">
                        <a16:creationId xmlns:a16="http://schemas.microsoft.com/office/drawing/2014/main" id="{2FA78122-873D-58F9-5648-2679C5DD4328}"/>
                      </a:ext>
                    </a:extLst>
                  </p:cNvPr>
                  <p:cNvSpPr/>
                  <p:nvPr/>
                </p:nvSpPr>
                <p:spPr>
                  <a:xfrm>
                    <a:off x="3193017" y="2933668"/>
                    <a:ext cx="48996" cy="48950"/>
                  </a:xfrm>
                  <a:custGeom>
                    <a:avLst/>
                    <a:gdLst>
                      <a:gd name="connsiteX0" fmla="*/ 24516 w 48996"/>
                      <a:gd name="connsiteY0" fmla="*/ 48963 h 48950"/>
                      <a:gd name="connsiteX1" fmla="*/ 41839 w 48996"/>
                      <a:gd name="connsiteY1" fmla="*/ 41794 h 48950"/>
                      <a:gd name="connsiteX2" fmla="*/ 49014 w 48996"/>
                      <a:gd name="connsiteY2" fmla="*/ 24488 h 48950"/>
                      <a:gd name="connsiteX3" fmla="*/ 41839 w 48996"/>
                      <a:gd name="connsiteY3" fmla="*/ 7181 h 48950"/>
                      <a:gd name="connsiteX4" fmla="*/ 24516 w 48996"/>
                      <a:gd name="connsiteY4" fmla="*/ 12 h 48950"/>
                      <a:gd name="connsiteX5" fmla="*/ 7193 w 48996"/>
                      <a:gd name="connsiteY5" fmla="*/ 7181 h 48950"/>
                      <a:gd name="connsiteX6" fmla="*/ 17 w 48996"/>
                      <a:gd name="connsiteY6" fmla="*/ 24488 h 48950"/>
                      <a:gd name="connsiteX7" fmla="*/ 7193 w 48996"/>
                      <a:gd name="connsiteY7" fmla="*/ 41794 h 48950"/>
                      <a:gd name="connsiteX8" fmla="*/ 24516 w 48996"/>
                      <a:gd name="connsiteY8" fmla="*/ 4896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16" y="48963"/>
                        </a:moveTo>
                        <a:cubicBezTo>
                          <a:pt x="31013" y="48963"/>
                          <a:pt x="37245" y="46384"/>
                          <a:pt x="41839" y="41794"/>
                        </a:cubicBezTo>
                        <a:cubicBezTo>
                          <a:pt x="46433" y="37204"/>
                          <a:pt x="49014" y="30978"/>
                          <a:pt x="49014" y="24488"/>
                        </a:cubicBezTo>
                        <a:cubicBezTo>
                          <a:pt x="49014" y="17997"/>
                          <a:pt x="46433" y="11771"/>
                          <a:pt x="41839" y="7181"/>
                        </a:cubicBezTo>
                        <a:cubicBezTo>
                          <a:pt x="37245" y="2591"/>
                          <a:pt x="31013" y="12"/>
                          <a:pt x="24516" y="12"/>
                        </a:cubicBezTo>
                        <a:cubicBezTo>
                          <a:pt x="18019" y="12"/>
                          <a:pt x="11787" y="2591"/>
                          <a:pt x="7193" y="7181"/>
                        </a:cubicBezTo>
                        <a:cubicBezTo>
                          <a:pt x="2599" y="11771"/>
                          <a:pt x="17" y="17997"/>
                          <a:pt x="17" y="24488"/>
                        </a:cubicBezTo>
                        <a:cubicBezTo>
                          <a:pt x="17" y="30978"/>
                          <a:pt x="2599" y="37204"/>
                          <a:pt x="7193" y="41794"/>
                        </a:cubicBezTo>
                        <a:cubicBezTo>
                          <a:pt x="11787" y="46384"/>
                          <a:pt x="18019" y="48963"/>
                          <a:pt x="24516" y="4896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任意形状 76">
                    <a:extLst>
                      <a:ext uri="{FF2B5EF4-FFF2-40B4-BE49-F238E27FC236}">
                        <a16:creationId xmlns:a16="http://schemas.microsoft.com/office/drawing/2014/main" id="{89E2A913-6A8D-F030-919D-0480128D229F}"/>
                      </a:ext>
                    </a:extLst>
                  </p:cNvPr>
                  <p:cNvSpPr/>
                  <p:nvPr/>
                </p:nvSpPr>
                <p:spPr>
                  <a:xfrm>
                    <a:off x="3301081" y="2934322"/>
                    <a:ext cx="48996" cy="48950"/>
                  </a:xfrm>
                  <a:custGeom>
                    <a:avLst/>
                    <a:gdLst>
                      <a:gd name="connsiteX0" fmla="*/ 24529 w 48996"/>
                      <a:gd name="connsiteY0" fmla="*/ 48963 h 48950"/>
                      <a:gd name="connsiteX1" fmla="*/ 41852 w 48996"/>
                      <a:gd name="connsiteY1" fmla="*/ 41794 h 48950"/>
                      <a:gd name="connsiteX2" fmla="*/ 49027 w 48996"/>
                      <a:gd name="connsiteY2" fmla="*/ 24488 h 48950"/>
                      <a:gd name="connsiteX3" fmla="*/ 41852 w 48996"/>
                      <a:gd name="connsiteY3" fmla="*/ 7181 h 48950"/>
                      <a:gd name="connsiteX4" fmla="*/ 24529 w 48996"/>
                      <a:gd name="connsiteY4" fmla="*/ 12 h 48950"/>
                      <a:gd name="connsiteX5" fmla="*/ 7206 w 48996"/>
                      <a:gd name="connsiteY5" fmla="*/ 7181 h 48950"/>
                      <a:gd name="connsiteX6" fmla="*/ 31 w 48996"/>
                      <a:gd name="connsiteY6" fmla="*/ 24488 h 48950"/>
                      <a:gd name="connsiteX7" fmla="*/ 7206 w 48996"/>
                      <a:gd name="connsiteY7" fmla="*/ 41794 h 48950"/>
                      <a:gd name="connsiteX8" fmla="*/ 24529 w 48996"/>
                      <a:gd name="connsiteY8" fmla="*/ 4896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29" y="48963"/>
                        </a:moveTo>
                        <a:cubicBezTo>
                          <a:pt x="31026" y="48963"/>
                          <a:pt x="37258" y="46384"/>
                          <a:pt x="41852" y="41794"/>
                        </a:cubicBezTo>
                        <a:cubicBezTo>
                          <a:pt x="46446" y="37205"/>
                          <a:pt x="49027" y="30979"/>
                          <a:pt x="49027" y="24488"/>
                        </a:cubicBezTo>
                        <a:cubicBezTo>
                          <a:pt x="49027" y="17997"/>
                          <a:pt x="46446" y="11771"/>
                          <a:pt x="41852" y="7181"/>
                        </a:cubicBezTo>
                        <a:cubicBezTo>
                          <a:pt x="37258" y="2591"/>
                          <a:pt x="31026" y="12"/>
                          <a:pt x="24529" y="12"/>
                        </a:cubicBezTo>
                        <a:cubicBezTo>
                          <a:pt x="18032" y="12"/>
                          <a:pt x="11800" y="2591"/>
                          <a:pt x="7206" y="7181"/>
                        </a:cubicBezTo>
                        <a:cubicBezTo>
                          <a:pt x="2612" y="11771"/>
                          <a:pt x="31" y="17997"/>
                          <a:pt x="31" y="24488"/>
                        </a:cubicBezTo>
                        <a:cubicBezTo>
                          <a:pt x="31" y="30979"/>
                          <a:pt x="2612" y="37205"/>
                          <a:pt x="7206" y="41794"/>
                        </a:cubicBezTo>
                        <a:cubicBezTo>
                          <a:pt x="11800" y="46384"/>
                          <a:pt x="18032" y="48963"/>
                          <a:pt x="24529" y="4896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任意形状 77">
                    <a:extLst>
                      <a:ext uri="{FF2B5EF4-FFF2-40B4-BE49-F238E27FC236}">
                        <a16:creationId xmlns:a16="http://schemas.microsoft.com/office/drawing/2014/main" id="{2EEB49EB-E365-E8EA-F14E-A4148E6CD8F2}"/>
                      </a:ext>
                    </a:extLst>
                  </p:cNvPr>
                  <p:cNvSpPr/>
                  <p:nvPr/>
                </p:nvSpPr>
                <p:spPr>
                  <a:xfrm>
                    <a:off x="3409145" y="3091083"/>
                    <a:ext cx="48996" cy="48950"/>
                  </a:xfrm>
                  <a:custGeom>
                    <a:avLst/>
                    <a:gdLst>
                      <a:gd name="connsiteX0" fmla="*/ 24542 w 48996"/>
                      <a:gd name="connsiteY0" fmla="*/ 48982 h 48950"/>
                      <a:gd name="connsiteX1" fmla="*/ 41865 w 48996"/>
                      <a:gd name="connsiteY1" fmla="*/ 41814 h 48950"/>
                      <a:gd name="connsiteX2" fmla="*/ 49041 w 48996"/>
                      <a:gd name="connsiteY2" fmla="*/ 24507 h 48950"/>
                      <a:gd name="connsiteX3" fmla="*/ 41865 w 48996"/>
                      <a:gd name="connsiteY3" fmla="*/ 7200 h 48950"/>
                      <a:gd name="connsiteX4" fmla="*/ 24542 w 48996"/>
                      <a:gd name="connsiteY4" fmla="*/ 32 h 48950"/>
                      <a:gd name="connsiteX5" fmla="*/ 7219 w 48996"/>
                      <a:gd name="connsiteY5" fmla="*/ 7200 h 48950"/>
                      <a:gd name="connsiteX6" fmla="*/ 44 w 48996"/>
                      <a:gd name="connsiteY6" fmla="*/ 24507 h 48950"/>
                      <a:gd name="connsiteX7" fmla="*/ 7219 w 48996"/>
                      <a:gd name="connsiteY7" fmla="*/ 41814 h 48950"/>
                      <a:gd name="connsiteX8" fmla="*/ 24542 w 48996"/>
                      <a:gd name="connsiteY8" fmla="*/ 48982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42" y="48982"/>
                        </a:moveTo>
                        <a:cubicBezTo>
                          <a:pt x="31039" y="48982"/>
                          <a:pt x="37271" y="46403"/>
                          <a:pt x="41865" y="41814"/>
                        </a:cubicBezTo>
                        <a:cubicBezTo>
                          <a:pt x="46459" y="37224"/>
                          <a:pt x="49041" y="30998"/>
                          <a:pt x="49041" y="24507"/>
                        </a:cubicBezTo>
                        <a:cubicBezTo>
                          <a:pt x="49041" y="18016"/>
                          <a:pt x="46459" y="11790"/>
                          <a:pt x="41865" y="7200"/>
                        </a:cubicBezTo>
                        <a:cubicBezTo>
                          <a:pt x="37271" y="2610"/>
                          <a:pt x="31039" y="32"/>
                          <a:pt x="24542" y="32"/>
                        </a:cubicBezTo>
                        <a:cubicBezTo>
                          <a:pt x="18045" y="32"/>
                          <a:pt x="11813" y="2610"/>
                          <a:pt x="7219" y="7200"/>
                        </a:cubicBezTo>
                        <a:cubicBezTo>
                          <a:pt x="2625" y="11790"/>
                          <a:pt x="44" y="18016"/>
                          <a:pt x="44" y="24507"/>
                        </a:cubicBezTo>
                        <a:cubicBezTo>
                          <a:pt x="44" y="30998"/>
                          <a:pt x="2625" y="37224"/>
                          <a:pt x="7219" y="41814"/>
                        </a:cubicBezTo>
                        <a:cubicBezTo>
                          <a:pt x="11813" y="46403"/>
                          <a:pt x="18045" y="48982"/>
                          <a:pt x="24542" y="48982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任意形状 78">
                    <a:extLst>
                      <a:ext uri="{FF2B5EF4-FFF2-40B4-BE49-F238E27FC236}">
                        <a16:creationId xmlns:a16="http://schemas.microsoft.com/office/drawing/2014/main" id="{0A6C1909-A1E0-A27A-D814-DE4FE3A7DAA0}"/>
                      </a:ext>
                    </a:extLst>
                  </p:cNvPr>
                  <p:cNvSpPr/>
                  <p:nvPr/>
                </p:nvSpPr>
                <p:spPr>
                  <a:xfrm>
                    <a:off x="3517209" y="3234662"/>
                    <a:ext cx="48996" cy="48950"/>
                  </a:xfrm>
                  <a:custGeom>
                    <a:avLst/>
                    <a:gdLst>
                      <a:gd name="connsiteX0" fmla="*/ 24555 w 48996"/>
                      <a:gd name="connsiteY0" fmla="*/ 49000 h 48950"/>
                      <a:gd name="connsiteX1" fmla="*/ 41878 w 48996"/>
                      <a:gd name="connsiteY1" fmla="*/ 41831 h 48950"/>
                      <a:gd name="connsiteX2" fmla="*/ 49054 w 48996"/>
                      <a:gd name="connsiteY2" fmla="*/ 24524 h 48950"/>
                      <a:gd name="connsiteX3" fmla="*/ 41878 w 48996"/>
                      <a:gd name="connsiteY3" fmla="*/ 7218 h 48950"/>
                      <a:gd name="connsiteX4" fmla="*/ 24555 w 48996"/>
                      <a:gd name="connsiteY4" fmla="*/ 49 h 48950"/>
                      <a:gd name="connsiteX5" fmla="*/ 7232 w 48996"/>
                      <a:gd name="connsiteY5" fmla="*/ 7218 h 48950"/>
                      <a:gd name="connsiteX6" fmla="*/ 57 w 48996"/>
                      <a:gd name="connsiteY6" fmla="*/ 24524 h 48950"/>
                      <a:gd name="connsiteX7" fmla="*/ 7232 w 48996"/>
                      <a:gd name="connsiteY7" fmla="*/ 41831 h 48950"/>
                      <a:gd name="connsiteX8" fmla="*/ 24555 w 48996"/>
                      <a:gd name="connsiteY8" fmla="*/ 49000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55" y="49000"/>
                        </a:moveTo>
                        <a:cubicBezTo>
                          <a:pt x="31052" y="49000"/>
                          <a:pt x="37284" y="46421"/>
                          <a:pt x="41878" y="41831"/>
                        </a:cubicBezTo>
                        <a:cubicBezTo>
                          <a:pt x="46473" y="37241"/>
                          <a:pt x="49054" y="31015"/>
                          <a:pt x="49054" y="24524"/>
                        </a:cubicBezTo>
                        <a:cubicBezTo>
                          <a:pt x="49054" y="18034"/>
                          <a:pt x="46473" y="11808"/>
                          <a:pt x="41878" y="7218"/>
                        </a:cubicBezTo>
                        <a:cubicBezTo>
                          <a:pt x="37284" y="2628"/>
                          <a:pt x="31052" y="49"/>
                          <a:pt x="24555" y="49"/>
                        </a:cubicBezTo>
                        <a:cubicBezTo>
                          <a:pt x="18058" y="49"/>
                          <a:pt x="11827" y="2628"/>
                          <a:pt x="7232" y="7218"/>
                        </a:cubicBezTo>
                        <a:cubicBezTo>
                          <a:pt x="2638" y="11808"/>
                          <a:pt x="57" y="18034"/>
                          <a:pt x="57" y="24524"/>
                        </a:cubicBezTo>
                        <a:cubicBezTo>
                          <a:pt x="57" y="31015"/>
                          <a:pt x="2638" y="37241"/>
                          <a:pt x="7232" y="41831"/>
                        </a:cubicBezTo>
                        <a:cubicBezTo>
                          <a:pt x="11827" y="46421"/>
                          <a:pt x="18058" y="49000"/>
                          <a:pt x="24555" y="49000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任意形状 79">
                    <a:extLst>
                      <a:ext uri="{FF2B5EF4-FFF2-40B4-BE49-F238E27FC236}">
                        <a16:creationId xmlns:a16="http://schemas.microsoft.com/office/drawing/2014/main" id="{FAF7C61D-C8DC-04C3-C425-368CF03E6D25}"/>
                      </a:ext>
                    </a:extLst>
                  </p:cNvPr>
                  <p:cNvSpPr/>
                  <p:nvPr/>
                </p:nvSpPr>
                <p:spPr>
                  <a:xfrm>
                    <a:off x="3625273" y="3381035"/>
                    <a:ext cx="48996" cy="48950"/>
                  </a:xfrm>
                  <a:custGeom>
                    <a:avLst/>
                    <a:gdLst>
                      <a:gd name="connsiteX0" fmla="*/ 24569 w 48996"/>
                      <a:gd name="connsiteY0" fmla="*/ 49018 h 48950"/>
                      <a:gd name="connsiteX1" fmla="*/ 41892 w 48996"/>
                      <a:gd name="connsiteY1" fmla="*/ 41849 h 48950"/>
                      <a:gd name="connsiteX2" fmla="*/ 49067 w 48996"/>
                      <a:gd name="connsiteY2" fmla="*/ 24542 h 48950"/>
                      <a:gd name="connsiteX3" fmla="*/ 41892 w 48996"/>
                      <a:gd name="connsiteY3" fmla="*/ 7236 h 48950"/>
                      <a:gd name="connsiteX4" fmla="*/ 24569 w 48996"/>
                      <a:gd name="connsiteY4" fmla="*/ 67 h 48950"/>
                      <a:gd name="connsiteX5" fmla="*/ 7246 w 48996"/>
                      <a:gd name="connsiteY5" fmla="*/ 7236 h 48950"/>
                      <a:gd name="connsiteX6" fmla="*/ 70 w 48996"/>
                      <a:gd name="connsiteY6" fmla="*/ 24542 h 48950"/>
                      <a:gd name="connsiteX7" fmla="*/ 7246 w 48996"/>
                      <a:gd name="connsiteY7" fmla="*/ 41849 h 48950"/>
                      <a:gd name="connsiteX8" fmla="*/ 24569 w 48996"/>
                      <a:gd name="connsiteY8" fmla="*/ 49018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69" y="49018"/>
                        </a:moveTo>
                        <a:cubicBezTo>
                          <a:pt x="31066" y="49018"/>
                          <a:pt x="37298" y="46439"/>
                          <a:pt x="41892" y="41849"/>
                        </a:cubicBezTo>
                        <a:cubicBezTo>
                          <a:pt x="46486" y="37259"/>
                          <a:pt x="49067" y="31033"/>
                          <a:pt x="49067" y="24542"/>
                        </a:cubicBezTo>
                        <a:cubicBezTo>
                          <a:pt x="49067" y="18051"/>
                          <a:pt x="46486" y="11826"/>
                          <a:pt x="41892" y="7236"/>
                        </a:cubicBezTo>
                        <a:cubicBezTo>
                          <a:pt x="37298" y="2646"/>
                          <a:pt x="31066" y="67"/>
                          <a:pt x="24569" y="67"/>
                        </a:cubicBezTo>
                        <a:cubicBezTo>
                          <a:pt x="18072" y="67"/>
                          <a:pt x="11840" y="2646"/>
                          <a:pt x="7246" y="7236"/>
                        </a:cubicBezTo>
                        <a:cubicBezTo>
                          <a:pt x="2652" y="11826"/>
                          <a:pt x="70" y="18051"/>
                          <a:pt x="70" y="24542"/>
                        </a:cubicBezTo>
                        <a:cubicBezTo>
                          <a:pt x="70" y="31033"/>
                          <a:pt x="2652" y="37259"/>
                          <a:pt x="7246" y="41849"/>
                        </a:cubicBezTo>
                        <a:cubicBezTo>
                          <a:pt x="11840" y="46439"/>
                          <a:pt x="18072" y="49018"/>
                          <a:pt x="24569" y="49018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" name="任意形状 81">
                    <a:extLst>
                      <a:ext uri="{FF2B5EF4-FFF2-40B4-BE49-F238E27FC236}">
                        <a16:creationId xmlns:a16="http://schemas.microsoft.com/office/drawing/2014/main" id="{F918AE5E-14BC-F0A5-F91A-BC0D98EB4762}"/>
                      </a:ext>
                    </a:extLst>
                  </p:cNvPr>
                  <p:cNvSpPr/>
                  <p:nvPr/>
                </p:nvSpPr>
                <p:spPr>
                  <a:xfrm>
                    <a:off x="3733338" y="3505698"/>
                    <a:ext cx="48996" cy="48950"/>
                  </a:xfrm>
                  <a:custGeom>
                    <a:avLst/>
                    <a:gdLst>
                      <a:gd name="connsiteX0" fmla="*/ 24582 w 48996"/>
                      <a:gd name="connsiteY0" fmla="*/ 49033 h 48950"/>
                      <a:gd name="connsiteX1" fmla="*/ 41905 w 48996"/>
                      <a:gd name="connsiteY1" fmla="*/ 41864 h 48950"/>
                      <a:gd name="connsiteX2" fmla="*/ 49080 w 48996"/>
                      <a:gd name="connsiteY2" fmla="*/ 24558 h 48950"/>
                      <a:gd name="connsiteX3" fmla="*/ 41905 w 48996"/>
                      <a:gd name="connsiteY3" fmla="*/ 7251 h 48950"/>
                      <a:gd name="connsiteX4" fmla="*/ 24582 w 48996"/>
                      <a:gd name="connsiteY4" fmla="*/ 82 h 48950"/>
                      <a:gd name="connsiteX5" fmla="*/ 7259 w 48996"/>
                      <a:gd name="connsiteY5" fmla="*/ 7251 h 48950"/>
                      <a:gd name="connsiteX6" fmla="*/ 83 w 48996"/>
                      <a:gd name="connsiteY6" fmla="*/ 24558 h 48950"/>
                      <a:gd name="connsiteX7" fmla="*/ 7259 w 48996"/>
                      <a:gd name="connsiteY7" fmla="*/ 41864 h 48950"/>
                      <a:gd name="connsiteX8" fmla="*/ 24582 w 48996"/>
                      <a:gd name="connsiteY8" fmla="*/ 4903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82" y="49033"/>
                        </a:moveTo>
                        <a:cubicBezTo>
                          <a:pt x="31079" y="49033"/>
                          <a:pt x="37311" y="46454"/>
                          <a:pt x="41905" y="41864"/>
                        </a:cubicBezTo>
                        <a:cubicBezTo>
                          <a:pt x="46499" y="37275"/>
                          <a:pt x="49080" y="31049"/>
                          <a:pt x="49080" y="24558"/>
                        </a:cubicBezTo>
                        <a:cubicBezTo>
                          <a:pt x="49080" y="18067"/>
                          <a:pt x="46499" y="11841"/>
                          <a:pt x="41905" y="7251"/>
                        </a:cubicBezTo>
                        <a:cubicBezTo>
                          <a:pt x="37311" y="2661"/>
                          <a:pt x="31079" y="82"/>
                          <a:pt x="24582" y="82"/>
                        </a:cubicBezTo>
                        <a:cubicBezTo>
                          <a:pt x="18085" y="82"/>
                          <a:pt x="11853" y="2661"/>
                          <a:pt x="7259" y="7251"/>
                        </a:cubicBezTo>
                        <a:cubicBezTo>
                          <a:pt x="2665" y="11841"/>
                          <a:pt x="83" y="18067"/>
                          <a:pt x="83" y="24558"/>
                        </a:cubicBezTo>
                        <a:cubicBezTo>
                          <a:pt x="83" y="31049"/>
                          <a:pt x="2665" y="37275"/>
                          <a:pt x="7259" y="41864"/>
                        </a:cubicBezTo>
                        <a:cubicBezTo>
                          <a:pt x="11853" y="46454"/>
                          <a:pt x="18085" y="49033"/>
                          <a:pt x="24582" y="4903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任意形状 82">
                    <a:extLst>
                      <a:ext uri="{FF2B5EF4-FFF2-40B4-BE49-F238E27FC236}">
                        <a16:creationId xmlns:a16="http://schemas.microsoft.com/office/drawing/2014/main" id="{EA5D9B4D-E1E8-A433-E003-61D46EA70FFD}"/>
                      </a:ext>
                    </a:extLst>
                  </p:cNvPr>
                  <p:cNvSpPr/>
                  <p:nvPr/>
                </p:nvSpPr>
                <p:spPr>
                  <a:xfrm>
                    <a:off x="3841402" y="3588287"/>
                    <a:ext cx="48996" cy="48950"/>
                  </a:xfrm>
                  <a:custGeom>
                    <a:avLst/>
                    <a:gdLst>
                      <a:gd name="connsiteX0" fmla="*/ 24595 w 48996"/>
                      <a:gd name="connsiteY0" fmla="*/ 49043 h 48950"/>
                      <a:gd name="connsiteX1" fmla="*/ 41918 w 48996"/>
                      <a:gd name="connsiteY1" fmla="*/ 41874 h 48950"/>
                      <a:gd name="connsiteX2" fmla="*/ 49094 w 48996"/>
                      <a:gd name="connsiteY2" fmla="*/ 24568 h 48950"/>
                      <a:gd name="connsiteX3" fmla="*/ 41918 w 48996"/>
                      <a:gd name="connsiteY3" fmla="*/ 7261 h 48950"/>
                      <a:gd name="connsiteX4" fmla="*/ 24595 w 48996"/>
                      <a:gd name="connsiteY4" fmla="*/ 92 h 48950"/>
                      <a:gd name="connsiteX5" fmla="*/ 7272 w 48996"/>
                      <a:gd name="connsiteY5" fmla="*/ 7261 h 48950"/>
                      <a:gd name="connsiteX6" fmla="*/ 97 w 48996"/>
                      <a:gd name="connsiteY6" fmla="*/ 24568 h 48950"/>
                      <a:gd name="connsiteX7" fmla="*/ 7272 w 48996"/>
                      <a:gd name="connsiteY7" fmla="*/ 41874 h 48950"/>
                      <a:gd name="connsiteX8" fmla="*/ 24595 w 48996"/>
                      <a:gd name="connsiteY8" fmla="*/ 4904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95" y="49043"/>
                        </a:moveTo>
                        <a:cubicBezTo>
                          <a:pt x="31092" y="49043"/>
                          <a:pt x="37324" y="46464"/>
                          <a:pt x="41918" y="41874"/>
                        </a:cubicBezTo>
                        <a:cubicBezTo>
                          <a:pt x="46512" y="37285"/>
                          <a:pt x="49094" y="31059"/>
                          <a:pt x="49094" y="24568"/>
                        </a:cubicBezTo>
                        <a:cubicBezTo>
                          <a:pt x="49094" y="18077"/>
                          <a:pt x="46512" y="11851"/>
                          <a:pt x="41918" y="7261"/>
                        </a:cubicBezTo>
                        <a:cubicBezTo>
                          <a:pt x="37324" y="2671"/>
                          <a:pt x="31092" y="92"/>
                          <a:pt x="24595" y="92"/>
                        </a:cubicBezTo>
                        <a:cubicBezTo>
                          <a:pt x="18098" y="92"/>
                          <a:pt x="11866" y="2671"/>
                          <a:pt x="7272" y="7261"/>
                        </a:cubicBezTo>
                        <a:cubicBezTo>
                          <a:pt x="2678" y="11851"/>
                          <a:pt x="97" y="18077"/>
                          <a:pt x="97" y="24568"/>
                        </a:cubicBezTo>
                        <a:cubicBezTo>
                          <a:pt x="97" y="31059"/>
                          <a:pt x="2678" y="37285"/>
                          <a:pt x="7272" y="41874"/>
                        </a:cubicBezTo>
                        <a:cubicBezTo>
                          <a:pt x="11866" y="46464"/>
                          <a:pt x="18098" y="49043"/>
                          <a:pt x="24595" y="4904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任意形状 83">
                    <a:extLst>
                      <a:ext uri="{FF2B5EF4-FFF2-40B4-BE49-F238E27FC236}">
                        <a16:creationId xmlns:a16="http://schemas.microsoft.com/office/drawing/2014/main" id="{F096FA00-8834-1EEC-D6BA-6319300A0F4E}"/>
                      </a:ext>
                    </a:extLst>
                  </p:cNvPr>
                  <p:cNvSpPr/>
                  <p:nvPr/>
                </p:nvSpPr>
                <p:spPr>
                  <a:xfrm>
                    <a:off x="3949466" y="3667110"/>
                    <a:ext cx="48996" cy="48950"/>
                  </a:xfrm>
                  <a:custGeom>
                    <a:avLst/>
                    <a:gdLst>
                      <a:gd name="connsiteX0" fmla="*/ 24608 w 48996"/>
                      <a:gd name="connsiteY0" fmla="*/ 49053 h 48950"/>
                      <a:gd name="connsiteX1" fmla="*/ 41931 w 48996"/>
                      <a:gd name="connsiteY1" fmla="*/ 41884 h 48950"/>
                      <a:gd name="connsiteX2" fmla="*/ 49107 w 48996"/>
                      <a:gd name="connsiteY2" fmla="*/ 24577 h 48950"/>
                      <a:gd name="connsiteX3" fmla="*/ 41931 w 48996"/>
                      <a:gd name="connsiteY3" fmla="*/ 7271 h 48950"/>
                      <a:gd name="connsiteX4" fmla="*/ 24608 w 48996"/>
                      <a:gd name="connsiteY4" fmla="*/ 102 h 48950"/>
                      <a:gd name="connsiteX5" fmla="*/ 7285 w 48996"/>
                      <a:gd name="connsiteY5" fmla="*/ 7271 h 48950"/>
                      <a:gd name="connsiteX6" fmla="*/ 110 w 48996"/>
                      <a:gd name="connsiteY6" fmla="*/ 24577 h 48950"/>
                      <a:gd name="connsiteX7" fmla="*/ 7285 w 48996"/>
                      <a:gd name="connsiteY7" fmla="*/ 41884 h 48950"/>
                      <a:gd name="connsiteX8" fmla="*/ 24608 w 48996"/>
                      <a:gd name="connsiteY8" fmla="*/ 4905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08" y="49053"/>
                        </a:moveTo>
                        <a:cubicBezTo>
                          <a:pt x="31105" y="49053"/>
                          <a:pt x="37337" y="46474"/>
                          <a:pt x="41931" y="41884"/>
                        </a:cubicBezTo>
                        <a:cubicBezTo>
                          <a:pt x="46525" y="37294"/>
                          <a:pt x="49107" y="31068"/>
                          <a:pt x="49107" y="24577"/>
                        </a:cubicBezTo>
                        <a:cubicBezTo>
                          <a:pt x="49107" y="18087"/>
                          <a:pt x="46525" y="11861"/>
                          <a:pt x="41931" y="7271"/>
                        </a:cubicBezTo>
                        <a:cubicBezTo>
                          <a:pt x="37337" y="2681"/>
                          <a:pt x="31105" y="102"/>
                          <a:pt x="24608" y="102"/>
                        </a:cubicBezTo>
                        <a:cubicBezTo>
                          <a:pt x="18111" y="102"/>
                          <a:pt x="11879" y="2681"/>
                          <a:pt x="7285" y="7271"/>
                        </a:cubicBezTo>
                        <a:cubicBezTo>
                          <a:pt x="2691" y="11861"/>
                          <a:pt x="110" y="18087"/>
                          <a:pt x="110" y="24577"/>
                        </a:cubicBezTo>
                        <a:cubicBezTo>
                          <a:pt x="110" y="31068"/>
                          <a:pt x="2691" y="37294"/>
                          <a:pt x="7285" y="41884"/>
                        </a:cubicBezTo>
                        <a:cubicBezTo>
                          <a:pt x="11879" y="46474"/>
                          <a:pt x="18111" y="49053"/>
                          <a:pt x="24608" y="4905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任意形状 85">
                    <a:extLst>
                      <a:ext uri="{FF2B5EF4-FFF2-40B4-BE49-F238E27FC236}">
                        <a16:creationId xmlns:a16="http://schemas.microsoft.com/office/drawing/2014/main" id="{84A3A420-49B7-6AEB-A84B-BFE1019D3A90}"/>
                      </a:ext>
                    </a:extLst>
                  </p:cNvPr>
                  <p:cNvSpPr/>
                  <p:nvPr/>
                </p:nvSpPr>
                <p:spPr>
                  <a:xfrm>
                    <a:off x="4057528" y="3726071"/>
                    <a:ext cx="48996" cy="48950"/>
                  </a:xfrm>
                  <a:custGeom>
                    <a:avLst/>
                    <a:gdLst>
                      <a:gd name="connsiteX0" fmla="*/ 24622 w 48996"/>
                      <a:gd name="connsiteY0" fmla="*/ 49060 h 48950"/>
                      <a:gd name="connsiteX1" fmla="*/ 41945 w 48996"/>
                      <a:gd name="connsiteY1" fmla="*/ 41891 h 48950"/>
                      <a:gd name="connsiteX2" fmla="*/ 49120 w 48996"/>
                      <a:gd name="connsiteY2" fmla="*/ 24585 h 48950"/>
                      <a:gd name="connsiteX3" fmla="*/ 41945 w 48996"/>
                      <a:gd name="connsiteY3" fmla="*/ 7278 h 48950"/>
                      <a:gd name="connsiteX4" fmla="*/ 24622 w 48996"/>
                      <a:gd name="connsiteY4" fmla="*/ 109 h 48950"/>
                      <a:gd name="connsiteX5" fmla="*/ 7299 w 48996"/>
                      <a:gd name="connsiteY5" fmla="*/ 7278 h 48950"/>
                      <a:gd name="connsiteX6" fmla="*/ 123 w 48996"/>
                      <a:gd name="connsiteY6" fmla="*/ 24585 h 48950"/>
                      <a:gd name="connsiteX7" fmla="*/ 7299 w 48996"/>
                      <a:gd name="connsiteY7" fmla="*/ 41891 h 48950"/>
                      <a:gd name="connsiteX8" fmla="*/ 24622 w 48996"/>
                      <a:gd name="connsiteY8" fmla="*/ 49060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22" y="49060"/>
                        </a:moveTo>
                        <a:cubicBezTo>
                          <a:pt x="31119" y="49060"/>
                          <a:pt x="37350" y="46481"/>
                          <a:pt x="41945" y="41891"/>
                        </a:cubicBezTo>
                        <a:cubicBezTo>
                          <a:pt x="46539" y="37302"/>
                          <a:pt x="49120" y="31076"/>
                          <a:pt x="49120" y="24585"/>
                        </a:cubicBezTo>
                        <a:cubicBezTo>
                          <a:pt x="49120" y="18094"/>
                          <a:pt x="46539" y="11868"/>
                          <a:pt x="41945" y="7278"/>
                        </a:cubicBezTo>
                        <a:cubicBezTo>
                          <a:pt x="37350" y="2688"/>
                          <a:pt x="31119" y="109"/>
                          <a:pt x="24622" y="109"/>
                        </a:cubicBezTo>
                        <a:cubicBezTo>
                          <a:pt x="18125" y="109"/>
                          <a:pt x="11893" y="2688"/>
                          <a:pt x="7299" y="7278"/>
                        </a:cubicBezTo>
                        <a:cubicBezTo>
                          <a:pt x="2704" y="11868"/>
                          <a:pt x="123" y="18094"/>
                          <a:pt x="123" y="24585"/>
                        </a:cubicBezTo>
                        <a:cubicBezTo>
                          <a:pt x="123" y="31076"/>
                          <a:pt x="2704" y="37302"/>
                          <a:pt x="7299" y="41891"/>
                        </a:cubicBezTo>
                        <a:cubicBezTo>
                          <a:pt x="11893" y="46481"/>
                          <a:pt x="18125" y="49060"/>
                          <a:pt x="24622" y="49060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任意形状 89">
                    <a:extLst>
                      <a:ext uri="{FF2B5EF4-FFF2-40B4-BE49-F238E27FC236}">
                        <a16:creationId xmlns:a16="http://schemas.microsoft.com/office/drawing/2014/main" id="{D4AD1E02-0939-29C3-E27D-A2B00ED0C547}"/>
                      </a:ext>
                    </a:extLst>
                  </p:cNvPr>
                  <p:cNvSpPr/>
                  <p:nvPr/>
                </p:nvSpPr>
                <p:spPr>
                  <a:xfrm>
                    <a:off x="4165591" y="3749951"/>
                    <a:ext cx="48996" cy="48950"/>
                  </a:xfrm>
                  <a:custGeom>
                    <a:avLst/>
                    <a:gdLst>
                      <a:gd name="connsiteX0" fmla="*/ 24635 w 48996"/>
                      <a:gd name="connsiteY0" fmla="*/ 49063 h 48950"/>
                      <a:gd name="connsiteX1" fmla="*/ 41958 w 48996"/>
                      <a:gd name="connsiteY1" fmla="*/ 41894 h 48950"/>
                      <a:gd name="connsiteX2" fmla="*/ 49133 w 48996"/>
                      <a:gd name="connsiteY2" fmla="*/ 24588 h 48950"/>
                      <a:gd name="connsiteX3" fmla="*/ 41958 w 48996"/>
                      <a:gd name="connsiteY3" fmla="*/ 7281 h 48950"/>
                      <a:gd name="connsiteX4" fmla="*/ 24635 w 48996"/>
                      <a:gd name="connsiteY4" fmla="*/ 112 h 48950"/>
                      <a:gd name="connsiteX5" fmla="*/ 7312 w 48996"/>
                      <a:gd name="connsiteY5" fmla="*/ 7281 h 48950"/>
                      <a:gd name="connsiteX6" fmla="*/ 136 w 48996"/>
                      <a:gd name="connsiteY6" fmla="*/ 24588 h 48950"/>
                      <a:gd name="connsiteX7" fmla="*/ 7312 w 48996"/>
                      <a:gd name="connsiteY7" fmla="*/ 41894 h 48950"/>
                      <a:gd name="connsiteX8" fmla="*/ 24635 w 48996"/>
                      <a:gd name="connsiteY8" fmla="*/ 4906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35" y="49063"/>
                        </a:moveTo>
                        <a:cubicBezTo>
                          <a:pt x="31132" y="49063"/>
                          <a:pt x="37364" y="46484"/>
                          <a:pt x="41958" y="41894"/>
                        </a:cubicBezTo>
                        <a:cubicBezTo>
                          <a:pt x="46552" y="37305"/>
                          <a:pt x="49133" y="31079"/>
                          <a:pt x="49133" y="24588"/>
                        </a:cubicBezTo>
                        <a:cubicBezTo>
                          <a:pt x="49133" y="18097"/>
                          <a:pt x="46552" y="11871"/>
                          <a:pt x="41958" y="7281"/>
                        </a:cubicBezTo>
                        <a:cubicBezTo>
                          <a:pt x="37364" y="2691"/>
                          <a:pt x="31132" y="112"/>
                          <a:pt x="24635" y="112"/>
                        </a:cubicBezTo>
                        <a:cubicBezTo>
                          <a:pt x="18138" y="112"/>
                          <a:pt x="11906" y="2691"/>
                          <a:pt x="7312" y="7281"/>
                        </a:cubicBezTo>
                        <a:cubicBezTo>
                          <a:pt x="2718" y="11871"/>
                          <a:pt x="136" y="18097"/>
                          <a:pt x="136" y="24588"/>
                        </a:cubicBezTo>
                        <a:cubicBezTo>
                          <a:pt x="136" y="31079"/>
                          <a:pt x="2718" y="37305"/>
                          <a:pt x="7312" y="41894"/>
                        </a:cubicBezTo>
                        <a:cubicBezTo>
                          <a:pt x="11906" y="46484"/>
                          <a:pt x="18138" y="49063"/>
                          <a:pt x="24635" y="49063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任意形状 90">
                    <a:extLst>
                      <a:ext uri="{FF2B5EF4-FFF2-40B4-BE49-F238E27FC236}">
                        <a16:creationId xmlns:a16="http://schemas.microsoft.com/office/drawing/2014/main" id="{41ADA9B7-69A2-BD2F-A4B0-3598049716DD}"/>
                      </a:ext>
                    </a:extLst>
                  </p:cNvPr>
                  <p:cNvSpPr/>
                  <p:nvPr/>
                </p:nvSpPr>
                <p:spPr>
                  <a:xfrm>
                    <a:off x="4273662" y="3756037"/>
                    <a:ext cx="48996" cy="48950"/>
                  </a:xfrm>
                  <a:custGeom>
                    <a:avLst/>
                    <a:gdLst>
                      <a:gd name="connsiteX0" fmla="*/ 24648 w 48996"/>
                      <a:gd name="connsiteY0" fmla="*/ 49064 h 48950"/>
                      <a:gd name="connsiteX1" fmla="*/ 41971 w 48996"/>
                      <a:gd name="connsiteY1" fmla="*/ 41895 h 48950"/>
                      <a:gd name="connsiteX2" fmla="*/ 49146 w 48996"/>
                      <a:gd name="connsiteY2" fmla="*/ 24588 h 48950"/>
                      <a:gd name="connsiteX3" fmla="*/ 41971 w 48996"/>
                      <a:gd name="connsiteY3" fmla="*/ 7282 h 48950"/>
                      <a:gd name="connsiteX4" fmla="*/ 24648 w 48996"/>
                      <a:gd name="connsiteY4" fmla="*/ 113 h 48950"/>
                      <a:gd name="connsiteX5" fmla="*/ 7325 w 48996"/>
                      <a:gd name="connsiteY5" fmla="*/ 7282 h 48950"/>
                      <a:gd name="connsiteX6" fmla="*/ 150 w 48996"/>
                      <a:gd name="connsiteY6" fmla="*/ 24588 h 48950"/>
                      <a:gd name="connsiteX7" fmla="*/ 7325 w 48996"/>
                      <a:gd name="connsiteY7" fmla="*/ 41895 h 48950"/>
                      <a:gd name="connsiteX8" fmla="*/ 24648 w 48996"/>
                      <a:gd name="connsiteY8" fmla="*/ 49064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48" y="49064"/>
                        </a:moveTo>
                        <a:cubicBezTo>
                          <a:pt x="31145" y="49064"/>
                          <a:pt x="37377" y="46485"/>
                          <a:pt x="41971" y="41895"/>
                        </a:cubicBezTo>
                        <a:cubicBezTo>
                          <a:pt x="46565" y="37305"/>
                          <a:pt x="49146" y="31079"/>
                          <a:pt x="49146" y="24588"/>
                        </a:cubicBezTo>
                        <a:cubicBezTo>
                          <a:pt x="49146" y="18097"/>
                          <a:pt x="46565" y="11871"/>
                          <a:pt x="41971" y="7282"/>
                        </a:cubicBezTo>
                        <a:cubicBezTo>
                          <a:pt x="37377" y="2692"/>
                          <a:pt x="31145" y="113"/>
                          <a:pt x="24648" y="113"/>
                        </a:cubicBezTo>
                        <a:cubicBezTo>
                          <a:pt x="18151" y="113"/>
                          <a:pt x="11919" y="2692"/>
                          <a:pt x="7325" y="7282"/>
                        </a:cubicBezTo>
                        <a:cubicBezTo>
                          <a:pt x="2731" y="11871"/>
                          <a:pt x="150" y="18097"/>
                          <a:pt x="150" y="24588"/>
                        </a:cubicBezTo>
                        <a:cubicBezTo>
                          <a:pt x="150" y="31079"/>
                          <a:pt x="2731" y="37305"/>
                          <a:pt x="7325" y="41895"/>
                        </a:cubicBezTo>
                        <a:cubicBezTo>
                          <a:pt x="11919" y="46485"/>
                          <a:pt x="18151" y="49064"/>
                          <a:pt x="24648" y="49064"/>
                        </a:cubicBezTo>
                        <a:close/>
                      </a:path>
                    </a:pathLst>
                  </a:custGeom>
                  <a:solidFill>
                    <a:srgbClr val="0000FF"/>
                  </a:solidFill>
                  <a:ln w="8149" cap="flat">
                    <a:solidFill>
                      <a:srgbClr val="0000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92" name="图片 15">
                <a:extLst>
                  <a:ext uri="{FF2B5EF4-FFF2-40B4-BE49-F238E27FC236}">
                    <a16:creationId xmlns:a16="http://schemas.microsoft.com/office/drawing/2014/main" id="{06921E70-7088-A09F-14D9-F3096C371511}"/>
                  </a:ext>
                </a:extLst>
              </p:cNvPr>
              <p:cNvGrpSpPr/>
              <p:nvPr/>
            </p:nvGrpSpPr>
            <p:grpSpPr>
              <a:xfrm>
                <a:off x="3193017" y="2933667"/>
                <a:ext cx="1129641" cy="705642"/>
                <a:chOff x="3193017" y="2933667"/>
                <a:chExt cx="1129641" cy="705642"/>
              </a:xfrm>
            </p:grpSpPr>
            <p:sp>
              <p:nvSpPr>
                <p:cNvPr id="93" name="任意形状 92">
                  <a:extLst>
                    <a:ext uri="{FF2B5EF4-FFF2-40B4-BE49-F238E27FC236}">
                      <a16:creationId xmlns:a16="http://schemas.microsoft.com/office/drawing/2014/main" id="{DCE2C504-7CBD-DDBA-056F-EDF67900D0CF}"/>
                    </a:ext>
                  </a:extLst>
                </p:cNvPr>
                <p:cNvSpPr/>
                <p:nvPr/>
              </p:nvSpPr>
              <p:spPr>
                <a:xfrm>
                  <a:off x="3217515" y="2958142"/>
                  <a:ext cx="1080644" cy="656691"/>
                </a:xfrm>
                <a:custGeom>
                  <a:avLst/>
                  <a:gdLst>
                    <a:gd name="connsiteX0" fmla="*/ 0 w 1080644"/>
                    <a:gd name="connsiteY0" fmla="*/ 0 h 656691"/>
                    <a:gd name="connsiteX1" fmla="*/ 108064 w 1080644"/>
                    <a:gd name="connsiteY1" fmla="*/ 760 h 656691"/>
                    <a:gd name="connsiteX2" fmla="*/ 216128 w 1080644"/>
                    <a:gd name="connsiteY2" fmla="*/ 184275 h 656691"/>
                    <a:gd name="connsiteX3" fmla="*/ 324192 w 1080644"/>
                    <a:gd name="connsiteY3" fmla="*/ 326147 h 656691"/>
                    <a:gd name="connsiteX4" fmla="*/ 432257 w 1080644"/>
                    <a:gd name="connsiteY4" fmla="*/ 470090 h 656691"/>
                    <a:gd name="connsiteX5" fmla="*/ 540321 w 1080644"/>
                    <a:gd name="connsiteY5" fmla="*/ 574386 h 656691"/>
                    <a:gd name="connsiteX6" fmla="*/ 648385 w 1080644"/>
                    <a:gd name="connsiteY6" fmla="*/ 635293 h 656691"/>
                    <a:gd name="connsiteX7" fmla="*/ 756449 w 1080644"/>
                    <a:gd name="connsiteY7" fmla="*/ 656692 h 656691"/>
                    <a:gd name="connsiteX8" fmla="*/ 864512 w 1080644"/>
                    <a:gd name="connsiteY8" fmla="*/ 618669 h 656691"/>
                    <a:gd name="connsiteX9" fmla="*/ 972574 w 1080644"/>
                    <a:gd name="connsiteY9" fmla="*/ 551086 h 656691"/>
                    <a:gd name="connsiteX10" fmla="*/ 1080645 w 1080644"/>
                    <a:gd name="connsiteY10" fmla="*/ 518518 h 6566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80644" h="656691">
                      <a:moveTo>
                        <a:pt x="0" y="0"/>
                      </a:moveTo>
                      <a:lnTo>
                        <a:pt x="108064" y="760"/>
                      </a:lnTo>
                      <a:lnTo>
                        <a:pt x="216128" y="184275"/>
                      </a:lnTo>
                      <a:lnTo>
                        <a:pt x="324192" y="326147"/>
                      </a:lnTo>
                      <a:lnTo>
                        <a:pt x="432257" y="470090"/>
                      </a:lnTo>
                      <a:lnTo>
                        <a:pt x="540321" y="574386"/>
                      </a:lnTo>
                      <a:lnTo>
                        <a:pt x="648385" y="635293"/>
                      </a:lnTo>
                      <a:lnTo>
                        <a:pt x="756449" y="656692"/>
                      </a:lnTo>
                      <a:lnTo>
                        <a:pt x="864512" y="618669"/>
                      </a:lnTo>
                      <a:lnTo>
                        <a:pt x="972574" y="551086"/>
                      </a:lnTo>
                      <a:lnTo>
                        <a:pt x="1080645" y="518518"/>
                      </a:lnTo>
                    </a:path>
                  </a:pathLst>
                </a:custGeom>
                <a:noFill/>
                <a:ln w="16299" cap="sq">
                  <a:solidFill>
                    <a:srgbClr val="FF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4" name="图片 15">
                  <a:extLst>
                    <a:ext uri="{FF2B5EF4-FFF2-40B4-BE49-F238E27FC236}">
                      <a16:creationId xmlns:a16="http://schemas.microsoft.com/office/drawing/2014/main" id="{73305225-919B-48FA-241A-8FB7A2571E2C}"/>
                    </a:ext>
                  </a:extLst>
                </p:cNvPr>
                <p:cNvGrpSpPr/>
                <p:nvPr/>
              </p:nvGrpSpPr>
              <p:grpSpPr>
                <a:xfrm>
                  <a:off x="3193017" y="2933667"/>
                  <a:ext cx="1129641" cy="705642"/>
                  <a:chOff x="3193017" y="2933667"/>
                  <a:chExt cx="1129641" cy="705642"/>
                </a:xfrm>
              </p:grpSpPr>
              <p:sp>
                <p:nvSpPr>
                  <p:cNvPr id="95" name="任意形状 94">
                    <a:extLst>
                      <a:ext uri="{FF2B5EF4-FFF2-40B4-BE49-F238E27FC236}">
                        <a16:creationId xmlns:a16="http://schemas.microsoft.com/office/drawing/2014/main" id="{6CD5F187-8FAA-E9BE-16E2-E361C5662EC0}"/>
                      </a:ext>
                    </a:extLst>
                  </p:cNvPr>
                  <p:cNvSpPr/>
                  <p:nvPr/>
                </p:nvSpPr>
                <p:spPr>
                  <a:xfrm>
                    <a:off x="3193017" y="2933667"/>
                    <a:ext cx="48996" cy="48950"/>
                  </a:xfrm>
                  <a:custGeom>
                    <a:avLst/>
                    <a:gdLst>
                      <a:gd name="connsiteX0" fmla="*/ 24516 w 48996"/>
                      <a:gd name="connsiteY0" fmla="*/ 48963 h 48950"/>
                      <a:gd name="connsiteX1" fmla="*/ 41839 w 48996"/>
                      <a:gd name="connsiteY1" fmla="*/ 41794 h 48950"/>
                      <a:gd name="connsiteX2" fmla="*/ 49014 w 48996"/>
                      <a:gd name="connsiteY2" fmla="*/ 24488 h 48950"/>
                      <a:gd name="connsiteX3" fmla="*/ 41839 w 48996"/>
                      <a:gd name="connsiteY3" fmla="*/ 7181 h 48950"/>
                      <a:gd name="connsiteX4" fmla="*/ 24516 w 48996"/>
                      <a:gd name="connsiteY4" fmla="*/ 12 h 48950"/>
                      <a:gd name="connsiteX5" fmla="*/ 7193 w 48996"/>
                      <a:gd name="connsiteY5" fmla="*/ 7181 h 48950"/>
                      <a:gd name="connsiteX6" fmla="*/ 17 w 48996"/>
                      <a:gd name="connsiteY6" fmla="*/ 24488 h 48950"/>
                      <a:gd name="connsiteX7" fmla="*/ 7193 w 48996"/>
                      <a:gd name="connsiteY7" fmla="*/ 41794 h 48950"/>
                      <a:gd name="connsiteX8" fmla="*/ 24516 w 48996"/>
                      <a:gd name="connsiteY8" fmla="*/ 4896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16" y="48963"/>
                        </a:moveTo>
                        <a:cubicBezTo>
                          <a:pt x="31013" y="48963"/>
                          <a:pt x="37245" y="46384"/>
                          <a:pt x="41839" y="41794"/>
                        </a:cubicBezTo>
                        <a:cubicBezTo>
                          <a:pt x="46433" y="37204"/>
                          <a:pt x="49014" y="30978"/>
                          <a:pt x="49014" y="24488"/>
                        </a:cubicBezTo>
                        <a:cubicBezTo>
                          <a:pt x="49014" y="17997"/>
                          <a:pt x="46433" y="11771"/>
                          <a:pt x="41839" y="7181"/>
                        </a:cubicBezTo>
                        <a:cubicBezTo>
                          <a:pt x="37245" y="2591"/>
                          <a:pt x="31013" y="12"/>
                          <a:pt x="24516" y="12"/>
                        </a:cubicBezTo>
                        <a:cubicBezTo>
                          <a:pt x="18019" y="12"/>
                          <a:pt x="11787" y="2591"/>
                          <a:pt x="7193" y="7181"/>
                        </a:cubicBezTo>
                        <a:cubicBezTo>
                          <a:pt x="2599" y="11771"/>
                          <a:pt x="17" y="17997"/>
                          <a:pt x="17" y="24488"/>
                        </a:cubicBezTo>
                        <a:cubicBezTo>
                          <a:pt x="17" y="30978"/>
                          <a:pt x="2599" y="37204"/>
                          <a:pt x="7193" y="41794"/>
                        </a:cubicBezTo>
                        <a:cubicBezTo>
                          <a:pt x="11787" y="46384"/>
                          <a:pt x="18019" y="48963"/>
                          <a:pt x="24516" y="48963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任意形状 95">
                    <a:extLst>
                      <a:ext uri="{FF2B5EF4-FFF2-40B4-BE49-F238E27FC236}">
                        <a16:creationId xmlns:a16="http://schemas.microsoft.com/office/drawing/2014/main" id="{10837028-172E-22C6-E9B8-7B6398A47034}"/>
                      </a:ext>
                    </a:extLst>
                  </p:cNvPr>
                  <p:cNvSpPr/>
                  <p:nvPr/>
                </p:nvSpPr>
                <p:spPr>
                  <a:xfrm>
                    <a:off x="3301081" y="2934427"/>
                    <a:ext cx="48996" cy="48950"/>
                  </a:xfrm>
                  <a:custGeom>
                    <a:avLst/>
                    <a:gdLst>
                      <a:gd name="connsiteX0" fmla="*/ 24529 w 48996"/>
                      <a:gd name="connsiteY0" fmla="*/ 48963 h 48950"/>
                      <a:gd name="connsiteX1" fmla="*/ 41852 w 48996"/>
                      <a:gd name="connsiteY1" fmla="*/ 41794 h 48950"/>
                      <a:gd name="connsiteX2" fmla="*/ 49027 w 48996"/>
                      <a:gd name="connsiteY2" fmla="*/ 24488 h 48950"/>
                      <a:gd name="connsiteX3" fmla="*/ 41852 w 48996"/>
                      <a:gd name="connsiteY3" fmla="*/ 7181 h 48950"/>
                      <a:gd name="connsiteX4" fmla="*/ 24529 w 48996"/>
                      <a:gd name="connsiteY4" fmla="*/ 12 h 48950"/>
                      <a:gd name="connsiteX5" fmla="*/ 7206 w 48996"/>
                      <a:gd name="connsiteY5" fmla="*/ 7181 h 48950"/>
                      <a:gd name="connsiteX6" fmla="*/ 31 w 48996"/>
                      <a:gd name="connsiteY6" fmla="*/ 24488 h 48950"/>
                      <a:gd name="connsiteX7" fmla="*/ 7206 w 48996"/>
                      <a:gd name="connsiteY7" fmla="*/ 41794 h 48950"/>
                      <a:gd name="connsiteX8" fmla="*/ 24529 w 48996"/>
                      <a:gd name="connsiteY8" fmla="*/ 4896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29" y="48963"/>
                        </a:moveTo>
                        <a:cubicBezTo>
                          <a:pt x="31026" y="48963"/>
                          <a:pt x="37258" y="46384"/>
                          <a:pt x="41852" y="41794"/>
                        </a:cubicBezTo>
                        <a:cubicBezTo>
                          <a:pt x="46446" y="37205"/>
                          <a:pt x="49027" y="30979"/>
                          <a:pt x="49027" y="24488"/>
                        </a:cubicBezTo>
                        <a:cubicBezTo>
                          <a:pt x="49027" y="17997"/>
                          <a:pt x="46446" y="11771"/>
                          <a:pt x="41852" y="7181"/>
                        </a:cubicBezTo>
                        <a:cubicBezTo>
                          <a:pt x="37258" y="2591"/>
                          <a:pt x="31026" y="12"/>
                          <a:pt x="24529" y="12"/>
                        </a:cubicBezTo>
                        <a:cubicBezTo>
                          <a:pt x="18032" y="12"/>
                          <a:pt x="11800" y="2591"/>
                          <a:pt x="7206" y="7181"/>
                        </a:cubicBezTo>
                        <a:cubicBezTo>
                          <a:pt x="2612" y="11771"/>
                          <a:pt x="31" y="17997"/>
                          <a:pt x="31" y="24488"/>
                        </a:cubicBezTo>
                        <a:cubicBezTo>
                          <a:pt x="31" y="30979"/>
                          <a:pt x="2612" y="37205"/>
                          <a:pt x="7206" y="41794"/>
                        </a:cubicBezTo>
                        <a:cubicBezTo>
                          <a:pt x="11800" y="46384"/>
                          <a:pt x="18032" y="48963"/>
                          <a:pt x="24529" y="48963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任意形状 96">
                    <a:extLst>
                      <a:ext uri="{FF2B5EF4-FFF2-40B4-BE49-F238E27FC236}">
                        <a16:creationId xmlns:a16="http://schemas.microsoft.com/office/drawing/2014/main" id="{CFAAC5F2-FE22-A33C-0415-6D1E0FD3AACD}"/>
                      </a:ext>
                    </a:extLst>
                  </p:cNvPr>
                  <p:cNvSpPr/>
                  <p:nvPr/>
                </p:nvSpPr>
                <p:spPr>
                  <a:xfrm>
                    <a:off x="3409145" y="3117941"/>
                    <a:ext cx="48996" cy="48950"/>
                  </a:xfrm>
                  <a:custGeom>
                    <a:avLst/>
                    <a:gdLst>
                      <a:gd name="connsiteX0" fmla="*/ 24542 w 48996"/>
                      <a:gd name="connsiteY0" fmla="*/ 48985 h 48950"/>
                      <a:gd name="connsiteX1" fmla="*/ 41865 w 48996"/>
                      <a:gd name="connsiteY1" fmla="*/ 41817 h 48950"/>
                      <a:gd name="connsiteX2" fmla="*/ 49041 w 48996"/>
                      <a:gd name="connsiteY2" fmla="*/ 24510 h 48950"/>
                      <a:gd name="connsiteX3" fmla="*/ 41865 w 48996"/>
                      <a:gd name="connsiteY3" fmla="*/ 7203 h 48950"/>
                      <a:gd name="connsiteX4" fmla="*/ 24542 w 48996"/>
                      <a:gd name="connsiteY4" fmla="*/ 35 h 48950"/>
                      <a:gd name="connsiteX5" fmla="*/ 7219 w 48996"/>
                      <a:gd name="connsiteY5" fmla="*/ 7203 h 48950"/>
                      <a:gd name="connsiteX6" fmla="*/ 44 w 48996"/>
                      <a:gd name="connsiteY6" fmla="*/ 24510 h 48950"/>
                      <a:gd name="connsiteX7" fmla="*/ 7219 w 48996"/>
                      <a:gd name="connsiteY7" fmla="*/ 41817 h 48950"/>
                      <a:gd name="connsiteX8" fmla="*/ 24542 w 48996"/>
                      <a:gd name="connsiteY8" fmla="*/ 48985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42" y="48985"/>
                        </a:moveTo>
                        <a:cubicBezTo>
                          <a:pt x="31039" y="48985"/>
                          <a:pt x="37271" y="46407"/>
                          <a:pt x="41865" y="41817"/>
                        </a:cubicBezTo>
                        <a:cubicBezTo>
                          <a:pt x="46459" y="37227"/>
                          <a:pt x="49041" y="31001"/>
                          <a:pt x="49041" y="24510"/>
                        </a:cubicBezTo>
                        <a:cubicBezTo>
                          <a:pt x="49041" y="18019"/>
                          <a:pt x="46459" y="11793"/>
                          <a:pt x="41865" y="7203"/>
                        </a:cubicBezTo>
                        <a:cubicBezTo>
                          <a:pt x="37271" y="2614"/>
                          <a:pt x="31039" y="35"/>
                          <a:pt x="24542" y="35"/>
                        </a:cubicBezTo>
                        <a:cubicBezTo>
                          <a:pt x="18045" y="35"/>
                          <a:pt x="11813" y="2614"/>
                          <a:pt x="7219" y="7203"/>
                        </a:cubicBezTo>
                        <a:cubicBezTo>
                          <a:pt x="2625" y="11793"/>
                          <a:pt x="44" y="18019"/>
                          <a:pt x="44" y="24510"/>
                        </a:cubicBezTo>
                        <a:cubicBezTo>
                          <a:pt x="44" y="31001"/>
                          <a:pt x="2625" y="37227"/>
                          <a:pt x="7219" y="41817"/>
                        </a:cubicBezTo>
                        <a:cubicBezTo>
                          <a:pt x="11813" y="46407"/>
                          <a:pt x="18045" y="48985"/>
                          <a:pt x="24542" y="48985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任意形状 97">
                    <a:extLst>
                      <a:ext uri="{FF2B5EF4-FFF2-40B4-BE49-F238E27FC236}">
                        <a16:creationId xmlns:a16="http://schemas.microsoft.com/office/drawing/2014/main" id="{E6EAE87A-86AA-AA94-043F-F257852C345F}"/>
                      </a:ext>
                    </a:extLst>
                  </p:cNvPr>
                  <p:cNvSpPr/>
                  <p:nvPr/>
                </p:nvSpPr>
                <p:spPr>
                  <a:xfrm>
                    <a:off x="3517209" y="3259813"/>
                    <a:ext cx="48996" cy="48950"/>
                  </a:xfrm>
                  <a:custGeom>
                    <a:avLst/>
                    <a:gdLst>
                      <a:gd name="connsiteX0" fmla="*/ 24555 w 48996"/>
                      <a:gd name="connsiteY0" fmla="*/ 49003 h 48950"/>
                      <a:gd name="connsiteX1" fmla="*/ 41878 w 48996"/>
                      <a:gd name="connsiteY1" fmla="*/ 41834 h 48950"/>
                      <a:gd name="connsiteX2" fmla="*/ 49054 w 48996"/>
                      <a:gd name="connsiteY2" fmla="*/ 24528 h 48950"/>
                      <a:gd name="connsiteX3" fmla="*/ 41878 w 48996"/>
                      <a:gd name="connsiteY3" fmla="*/ 7221 h 48950"/>
                      <a:gd name="connsiteX4" fmla="*/ 24555 w 48996"/>
                      <a:gd name="connsiteY4" fmla="*/ 52 h 48950"/>
                      <a:gd name="connsiteX5" fmla="*/ 7232 w 48996"/>
                      <a:gd name="connsiteY5" fmla="*/ 7221 h 48950"/>
                      <a:gd name="connsiteX6" fmla="*/ 57 w 48996"/>
                      <a:gd name="connsiteY6" fmla="*/ 24528 h 48950"/>
                      <a:gd name="connsiteX7" fmla="*/ 7232 w 48996"/>
                      <a:gd name="connsiteY7" fmla="*/ 41834 h 48950"/>
                      <a:gd name="connsiteX8" fmla="*/ 24555 w 48996"/>
                      <a:gd name="connsiteY8" fmla="*/ 4900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55" y="49003"/>
                        </a:moveTo>
                        <a:cubicBezTo>
                          <a:pt x="31052" y="49003"/>
                          <a:pt x="37284" y="46424"/>
                          <a:pt x="41878" y="41834"/>
                        </a:cubicBezTo>
                        <a:cubicBezTo>
                          <a:pt x="46473" y="37244"/>
                          <a:pt x="49054" y="31018"/>
                          <a:pt x="49054" y="24528"/>
                        </a:cubicBezTo>
                        <a:cubicBezTo>
                          <a:pt x="49054" y="18037"/>
                          <a:pt x="46473" y="11811"/>
                          <a:pt x="41878" y="7221"/>
                        </a:cubicBezTo>
                        <a:cubicBezTo>
                          <a:pt x="37284" y="2631"/>
                          <a:pt x="31052" y="52"/>
                          <a:pt x="24555" y="52"/>
                        </a:cubicBezTo>
                        <a:cubicBezTo>
                          <a:pt x="18058" y="52"/>
                          <a:pt x="11827" y="2631"/>
                          <a:pt x="7232" y="7221"/>
                        </a:cubicBezTo>
                        <a:cubicBezTo>
                          <a:pt x="2638" y="11811"/>
                          <a:pt x="57" y="18037"/>
                          <a:pt x="57" y="24528"/>
                        </a:cubicBezTo>
                        <a:cubicBezTo>
                          <a:pt x="57" y="31018"/>
                          <a:pt x="2638" y="37244"/>
                          <a:pt x="7232" y="41834"/>
                        </a:cubicBezTo>
                        <a:cubicBezTo>
                          <a:pt x="11827" y="46424"/>
                          <a:pt x="18058" y="49003"/>
                          <a:pt x="24555" y="49003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任意形状 98">
                    <a:extLst>
                      <a:ext uri="{FF2B5EF4-FFF2-40B4-BE49-F238E27FC236}">
                        <a16:creationId xmlns:a16="http://schemas.microsoft.com/office/drawing/2014/main" id="{6DB47280-106D-09E5-CAAF-04730933B5AA}"/>
                      </a:ext>
                    </a:extLst>
                  </p:cNvPr>
                  <p:cNvSpPr/>
                  <p:nvPr/>
                </p:nvSpPr>
                <p:spPr>
                  <a:xfrm>
                    <a:off x="3625273" y="3403757"/>
                    <a:ext cx="48996" cy="48950"/>
                  </a:xfrm>
                  <a:custGeom>
                    <a:avLst/>
                    <a:gdLst>
                      <a:gd name="connsiteX0" fmla="*/ 24569 w 48996"/>
                      <a:gd name="connsiteY0" fmla="*/ 49021 h 48950"/>
                      <a:gd name="connsiteX1" fmla="*/ 41892 w 48996"/>
                      <a:gd name="connsiteY1" fmla="*/ 41852 h 48950"/>
                      <a:gd name="connsiteX2" fmla="*/ 49067 w 48996"/>
                      <a:gd name="connsiteY2" fmla="*/ 24545 h 48950"/>
                      <a:gd name="connsiteX3" fmla="*/ 41892 w 48996"/>
                      <a:gd name="connsiteY3" fmla="*/ 7239 h 48950"/>
                      <a:gd name="connsiteX4" fmla="*/ 24569 w 48996"/>
                      <a:gd name="connsiteY4" fmla="*/ 70 h 48950"/>
                      <a:gd name="connsiteX5" fmla="*/ 7246 w 48996"/>
                      <a:gd name="connsiteY5" fmla="*/ 7239 h 48950"/>
                      <a:gd name="connsiteX6" fmla="*/ 70 w 48996"/>
                      <a:gd name="connsiteY6" fmla="*/ 24545 h 48950"/>
                      <a:gd name="connsiteX7" fmla="*/ 7246 w 48996"/>
                      <a:gd name="connsiteY7" fmla="*/ 41852 h 48950"/>
                      <a:gd name="connsiteX8" fmla="*/ 24569 w 48996"/>
                      <a:gd name="connsiteY8" fmla="*/ 49021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69" y="49021"/>
                        </a:moveTo>
                        <a:cubicBezTo>
                          <a:pt x="31066" y="49021"/>
                          <a:pt x="37298" y="46442"/>
                          <a:pt x="41892" y="41852"/>
                        </a:cubicBezTo>
                        <a:cubicBezTo>
                          <a:pt x="46486" y="37262"/>
                          <a:pt x="49067" y="31036"/>
                          <a:pt x="49067" y="24545"/>
                        </a:cubicBezTo>
                        <a:cubicBezTo>
                          <a:pt x="49067" y="18054"/>
                          <a:pt x="46486" y="11828"/>
                          <a:pt x="41892" y="7239"/>
                        </a:cubicBezTo>
                        <a:cubicBezTo>
                          <a:pt x="37298" y="2649"/>
                          <a:pt x="31066" y="70"/>
                          <a:pt x="24569" y="70"/>
                        </a:cubicBezTo>
                        <a:cubicBezTo>
                          <a:pt x="18072" y="70"/>
                          <a:pt x="11840" y="2649"/>
                          <a:pt x="7246" y="7239"/>
                        </a:cubicBezTo>
                        <a:cubicBezTo>
                          <a:pt x="2652" y="11828"/>
                          <a:pt x="70" y="18054"/>
                          <a:pt x="70" y="24545"/>
                        </a:cubicBezTo>
                        <a:cubicBezTo>
                          <a:pt x="70" y="31036"/>
                          <a:pt x="2652" y="37262"/>
                          <a:pt x="7246" y="41852"/>
                        </a:cubicBezTo>
                        <a:cubicBezTo>
                          <a:pt x="11840" y="46442"/>
                          <a:pt x="18072" y="49021"/>
                          <a:pt x="24569" y="4902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任意形状 99">
                    <a:extLst>
                      <a:ext uri="{FF2B5EF4-FFF2-40B4-BE49-F238E27FC236}">
                        <a16:creationId xmlns:a16="http://schemas.microsoft.com/office/drawing/2014/main" id="{5EE0514D-E6C3-A59B-6152-310C6763B63C}"/>
                      </a:ext>
                    </a:extLst>
                  </p:cNvPr>
                  <p:cNvSpPr/>
                  <p:nvPr/>
                </p:nvSpPr>
                <p:spPr>
                  <a:xfrm>
                    <a:off x="3733338" y="3508053"/>
                    <a:ext cx="48996" cy="48950"/>
                  </a:xfrm>
                  <a:custGeom>
                    <a:avLst/>
                    <a:gdLst>
                      <a:gd name="connsiteX0" fmla="*/ 24582 w 48996"/>
                      <a:gd name="connsiteY0" fmla="*/ 49033 h 48950"/>
                      <a:gd name="connsiteX1" fmla="*/ 41905 w 48996"/>
                      <a:gd name="connsiteY1" fmla="*/ 41865 h 48950"/>
                      <a:gd name="connsiteX2" fmla="*/ 49080 w 48996"/>
                      <a:gd name="connsiteY2" fmla="*/ 24558 h 48950"/>
                      <a:gd name="connsiteX3" fmla="*/ 41905 w 48996"/>
                      <a:gd name="connsiteY3" fmla="*/ 7251 h 48950"/>
                      <a:gd name="connsiteX4" fmla="*/ 24582 w 48996"/>
                      <a:gd name="connsiteY4" fmla="*/ 83 h 48950"/>
                      <a:gd name="connsiteX5" fmla="*/ 7259 w 48996"/>
                      <a:gd name="connsiteY5" fmla="*/ 7251 h 48950"/>
                      <a:gd name="connsiteX6" fmla="*/ 83 w 48996"/>
                      <a:gd name="connsiteY6" fmla="*/ 24558 h 48950"/>
                      <a:gd name="connsiteX7" fmla="*/ 7259 w 48996"/>
                      <a:gd name="connsiteY7" fmla="*/ 41865 h 48950"/>
                      <a:gd name="connsiteX8" fmla="*/ 24582 w 48996"/>
                      <a:gd name="connsiteY8" fmla="*/ 4903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82" y="49033"/>
                        </a:moveTo>
                        <a:cubicBezTo>
                          <a:pt x="31079" y="49033"/>
                          <a:pt x="37311" y="46454"/>
                          <a:pt x="41905" y="41865"/>
                        </a:cubicBezTo>
                        <a:cubicBezTo>
                          <a:pt x="46499" y="37275"/>
                          <a:pt x="49080" y="31049"/>
                          <a:pt x="49080" y="24558"/>
                        </a:cubicBezTo>
                        <a:cubicBezTo>
                          <a:pt x="49080" y="18067"/>
                          <a:pt x="46499" y="11841"/>
                          <a:pt x="41905" y="7251"/>
                        </a:cubicBezTo>
                        <a:cubicBezTo>
                          <a:pt x="37311" y="2662"/>
                          <a:pt x="31079" y="83"/>
                          <a:pt x="24582" y="83"/>
                        </a:cubicBezTo>
                        <a:cubicBezTo>
                          <a:pt x="18085" y="83"/>
                          <a:pt x="11853" y="2662"/>
                          <a:pt x="7259" y="7251"/>
                        </a:cubicBezTo>
                        <a:cubicBezTo>
                          <a:pt x="2665" y="11841"/>
                          <a:pt x="83" y="18067"/>
                          <a:pt x="83" y="24558"/>
                        </a:cubicBezTo>
                        <a:cubicBezTo>
                          <a:pt x="83" y="31049"/>
                          <a:pt x="2665" y="37275"/>
                          <a:pt x="7259" y="41865"/>
                        </a:cubicBezTo>
                        <a:cubicBezTo>
                          <a:pt x="11853" y="46454"/>
                          <a:pt x="18085" y="49033"/>
                          <a:pt x="24582" y="49033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任意形状 100">
                    <a:extLst>
                      <a:ext uri="{FF2B5EF4-FFF2-40B4-BE49-F238E27FC236}">
                        <a16:creationId xmlns:a16="http://schemas.microsoft.com/office/drawing/2014/main" id="{E606BB62-622E-5DB6-BDF8-909D239C7CC3}"/>
                      </a:ext>
                    </a:extLst>
                  </p:cNvPr>
                  <p:cNvSpPr/>
                  <p:nvPr/>
                </p:nvSpPr>
                <p:spPr>
                  <a:xfrm>
                    <a:off x="3841402" y="3568959"/>
                    <a:ext cx="48996" cy="48950"/>
                  </a:xfrm>
                  <a:custGeom>
                    <a:avLst/>
                    <a:gdLst>
                      <a:gd name="connsiteX0" fmla="*/ 24595 w 48996"/>
                      <a:gd name="connsiteY0" fmla="*/ 49041 h 48950"/>
                      <a:gd name="connsiteX1" fmla="*/ 41918 w 48996"/>
                      <a:gd name="connsiteY1" fmla="*/ 41872 h 48950"/>
                      <a:gd name="connsiteX2" fmla="*/ 49094 w 48996"/>
                      <a:gd name="connsiteY2" fmla="*/ 24565 h 48950"/>
                      <a:gd name="connsiteX3" fmla="*/ 41918 w 48996"/>
                      <a:gd name="connsiteY3" fmla="*/ 7259 h 48950"/>
                      <a:gd name="connsiteX4" fmla="*/ 24595 w 48996"/>
                      <a:gd name="connsiteY4" fmla="*/ 90 h 48950"/>
                      <a:gd name="connsiteX5" fmla="*/ 7272 w 48996"/>
                      <a:gd name="connsiteY5" fmla="*/ 7259 h 48950"/>
                      <a:gd name="connsiteX6" fmla="*/ 97 w 48996"/>
                      <a:gd name="connsiteY6" fmla="*/ 24565 h 48950"/>
                      <a:gd name="connsiteX7" fmla="*/ 7272 w 48996"/>
                      <a:gd name="connsiteY7" fmla="*/ 41872 h 48950"/>
                      <a:gd name="connsiteX8" fmla="*/ 24595 w 48996"/>
                      <a:gd name="connsiteY8" fmla="*/ 49041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595" y="49041"/>
                        </a:moveTo>
                        <a:cubicBezTo>
                          <a:pt x="31092" y="49041"/>
                          <a:pt x="37324" y="46462"/>
                          <a:pt x="41918" y="41872"/>
                        </a:cubicBezTo>
                        <a:cubicBezTo>
                          <a:pt x="46512" y="37282"/>
                          <a:pt x="49094" y="31056"/>
                          <a:pt x="49094" y="24565"/>
                        </a:cubicBezTo>
                        <a:cubicBezTo>
                          <a:pt x="49094" y="18075"/>
                          <a:pt x="46512" y="11849"/>
                          <a:pt x="41918" y="7259"/>
                        </a:cubicBezTo>
                        <a:cubicBezTo>
                          <a:pt x="37324" y="2669"/>
                          <a:pt x="31092" y="90"/>
                          <a:pt x="24595" y="90"/>
                        </a:cubicBezTo>
                        <a:cubicBezTo>
                          <a:pt x="18098" y="90"/>
                          <a:pt x="11866" y="2669"/>
                          <a:pt x="7272" y="7259"/>
                        </a:cubicBezTo>
                        <a:cubicBezTo>
                          <a:pt x="2678" y="11849"/>
                          <a:pt x="97" y="18075"/>
                          <a:pt x="97" y="24565"/>
                        </a:cubicBezTo>
                        <a:cubicBezTo>
                          <a:pt x="97" y="31056"/>
                          <a:pt x="2678" y="37282"/>
                          <a:pt x="7272" y="41872"/>
                        </a:cubicBezTo>
                        <a:cubicBezTo>
                          <a:pt x="11866" y="46462"/>
                          <a:pt x="18098" y="49041"/>
                          <a:pt x="24595" y="4904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任意形状 101">
                    <a:extLst>
                      <a:ext uri="{FF2B5EF4-FFF2-40B4-BE49-F238E27FC236}">
                        <a16:creationId xmlns:a16="http://schemas.microsoft.com/office/drawing/2014/main" id="{8D5C1A09-7956-CA83-336B-DC6B8EB5A894}"/>
                      </a:ext>
                    </a:extLst>
                  </p:cNvPr>
                  <p:cNvSpPr/>
                  <p:nvPr/>
                </p:nvSpPr>
                <p:spPr>
                  <a:xfrm>
                    <a:off x="3949466" y="3590358"/>
                    <a:ext cx="48996" cy="48950"/>
                  </a:xfrm>
                  <a:custGeom>
                    <a:avLst/>
                    <a:gdLst>
                      <a:gd name="connsiteX0" fmla="*/ 24608 w 48996"/>
                      <a:gd name="connsiteY0" fmla="*/ 49043 h 48950"/>
                      <a:gd name="connsiteX1" fmla="*/ 41931 w 48996"/>
                      <a:gd name="connsiteY1" fmla="*/ 41875 h 48950"/>
                      <a:gd name="connsiteX2" fmla="*/ 49107 w 48996"/>
                      <a:gd name="connsiteY2" fmla="*/ 24568 h 48950"/>
                      <a:gd name="connsiteX3" fmla="*/ 41931 w 48996"/>
                      <a:gd name="connsiteY3" fmla="*/ 7261 h 48950"/>
                      <a:gd name="connsiteX4" fmla="*/ 24608 w 48996"/>
                      <a:gd name="connsiteY4" fmla="*/ 93 h 48950"/>
                      <a:gd name="connsiteX5" fmla="*/ 7285 w 48996"/>
                      <a:gd name="connsiteY5" fmla="*/ 7261 h 48950"/>
                      <a:gd name="connsiteX6" fmla="*/ 110 w 48996"/>
                      <a:gd name="connsiteY6" fmla="*/ 24568 h 48950"/>
                      <a:gd name="connsiteX7" fmla="*/ 7285 w 48996"/>
                      <a:gd name="connsiteY7" fmla="*/ 41875 h 48950"/>
                      <a:gd name="connsiteX8" fmla="*/ 24608 w 48996"/>
                      <a:gd name="connsiteY8" fmla="*/ 49043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08" y="49043"/>
                        </a:moveTo>
                        <a:cubicBezTo>
                          <a:pt x="31105" y="49043"/>
                          <a:pt x="37337" y="46465"/>
                          <a:pt x="41931" y="41875"/>
                        </a:cubicBezTo>
                        <a:cubicBezTo>
                          <a:pt x="46525" y="37285"/>
                          <a:pt x="49107" y="31059"/>
                          <a:pt x="49107" y="24568"/>
                        </a:cubicBezTo>
                        <a:cubicBezTo>
                          <a:pt x="49107" y="18077"/>
                          <a:pt x="46525" y="11851"/>
                          <a:pt x="41931" y="7261"/>
                        </a:cubicBezTo>
                        <a:cubicBezTo>
                          <a:pt x="37337" y="2672"/>
                          <a:pt x="31105" y="93"/>
                          <a:pt x="24608" y="93"/>
                        </a:cubicBezTo>
                        <a:cubicBezTo>
                          <a:pt x="18111" y="93"/>
                          <a:pt x="11879" y="2672"/>
                          <a:pt x="7285" y="7261"/>
                        </a:cubicBezTo>
                        <a:cubicBezTo>
                          <a:pt x="2691" y="11851"/>
                          <a:pt x="110" y="18077"/>
                          <a:pt x="110" y="24568"/>
                        </a:cubicBezTo>
                        <a:cubicBezTo>
                          <a:pt x="110" y="31059"/>
                          <a:pt x="2691" y="37285"/>
                          <a:pt x="7285" y="41875"/>
                        </a:cubicBezTo>
                        <a:cubicBezTo>
                          <a:pt x="11879" y="46465"/>
                          <a:pt x="18111" y="49043"/>
                          <a:pt x="24608" y="49043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任意形状 102">
                    <a:extLst>
                      <a:ext uri="{FF2B5EF4-FFF2-40B4-BE49-F238E27FC236}">
                        <a16:creationId xmlns:a16="http://schemas.microsoft.com/office/drawing/2014/main" id="{C9DBD3DB-AB70-1CA5-8C58-A3329A2F3177}"/>
                      </a:ext>
                    </a:extLst>
                  </p:cNvPr>
                  <p:cNvSpPr/>
                  <p:nvPr/>
                </p:nvSpPr>
                <p:spPr>
                  <a:xfrm>
                    <a:off x="4057528" y="3552335"/>
                    <a:ext cx="48996" cy="48950"/>
                  </a:xfrm>
                  <a:custGeom>
                    <a:avLst/>
                    <a:gdLst>
                      <a:gd name="connsiteX0" fmla="*/ 24622 w 48996"/>
                      <a:gd name="connsiteY0" fmla="*/ 49039 h 48950"/>
                      <a:gd name="connsiteX1" fmla="*/ 41945 w 48996"/>
                      <a:gd name="connsiteY1" fmla="*/ 41870 h 48950"/>
                      <a:gd name="connsiteX2" fmla="*/ 49120 w 48996"/>
                      <a:gd name="connsiteY2" fmla="*/ 24563 h 48950"/>
                      <a:gd name="connsiteX3" fmla="*/ 41945 w 48996"/>
                      <a:gd name="connsiteY3" fmla="*/ 7257 h 48950"/>
                      <a:gd name="connsiteX4" fmla="*/ 24622 w 48996"/>
                      <a:gd name="connsiteY4" fmla="*/ 88 h 48950"/>
                      <a:gd name="connsiteX5" fmla="*/ 7299 w 48996"/>
                      <a:gd name="connsiteY5" fmla="*/ 7257 h 48950"/>
                      <a:gd name="connsiteX6" fmla="*/ 123 w 48996"/>
                      <a:gd name="connsiteY6" fmla="*/ 24563 h 48950"/>
                      <a:gd name="connsiteX7" fmla="*/ 7299 w 48996"/>
                      <a:gd name="connsiteY7" fmla="*/ 41870 h 48950"/>
                      <a:gd name="connsiteX8" fmla="*/ 24622 w 48996"/>
                      <a:gd name="connsiteY8" fmla="*/ 49039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22" y="49039"/>
                        </a:moveTo>
                        <a:cubicBezTo>
                          <a:pt x="31119" y="49039"/>
                          <a:pt x="37350" y="46460"/>
                          <a:pt x="41945" y="41870"/>
                        </a:cubicBezTo>
                        <a:cubicBezTo>
                          <a:pt x="46539" y="37280"/>
                          <a:pt x="49120" y="31054"/>
                          <a:pt x="49120" y="24563"/>
                        </a:cubicBezTo>
                        <a:cubicBezTo>
                          <a:pt x="49120" y="18072"/>
                          <a:pt x="46539" y="11847"/>
                          <a:pt x="41945" y="7257"/>
                        </a:cubicBezTo>
                        <a:cubicBezTo>
                          <a:pt x="37350" y="2667"/>
                          <a:pt x="31119" y="88"/>
                          <a:pt x="24622" y="88"/>
                        </a:cubicBezTo>
                        <a:cubicBezTo>
                          <a:pt x="18125" y="88"/>
                          <a:pt x="11893" y="2667"/>
                          <a:pt x="7299" y="7257"/>
                        </a:cubicBezTo>
                        <a:cubicBezTo>
                          <a:pt x="2704" y="11847"/>
                          <a:pt x="123" y="18072"/>
                          <a:pt x="123" y="24563"/>
                        </a:cubicBezTo>
                        <a:cubicBezTo>
                          <a:pt x="123" y="31054"/>
                          <a:pt x="2704" y="37280"/>
                          <a:pt x="7299" y="41870"/>
                        </a:cubicBezTo>
                        <a:cubicBezTo>
                          <a:pt x="11893" y="46460"/>
                          <a:pt x="18125" y="49039"/>
                          <a:pt x="24622" y="49039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任意形状 103">
                    <a:extLst>
                      <a:ext uri="{FF2B5EF4-FFF2-40B4-BE49-F238E27FC236}">
                        <a16:creationId xmlns:a16="http://schemas.microsoft.com/office/drawing/2014/main" id="{6A886C2E-BEF1-BB58-E99E-F2EEE9DE8E9D}"/>
                      </a:ext>
                    </a:extLst>
                  </p:cNvPr>
                  <p:cNvSpPr/>
                  <p:nvPr/>
                </p:nvSpPr>
                <p:spPr>
                  <a:xfrm>
                    <a:off x="4165591" y="3484752"/>
                    <a:ext cx="48996" cy="48950"/>
                  </a:xfrm>
                  <a:custGeom>
                    <a:avLst/>
                    <a:gdLst>
                      <a:gd name="connsiteX0" fmla="*/ 24635 w 48996"/>
                      <a:gd name="connsiteY0" fmla="*/ 49030 h 48950"/>
                      <a:gd name="connsiteX1" fmla="*/ 41958 w 48996"/>
                      <a:gd name="connsiteY1" fmla="*/ 41862 h 48950"/>
                      <a:gd name="connsiteX2" fmla="*/ 49133 w 48996"/>
                      <a:gd name="connsiteY2" fmla="*/ 24555 h 48950"/>
                      <a:gd name="connsiteX3" fmla="*/ 41958 w 48996"/>
                      <a:gd name="connsiteY3" fmla="*/ 7248 h 48950"/>
                      <a:gd name="connsiteX4" fmla="*/ 24635 w 48996"/>
                      <a:gd name="connsiteY4" fmla="*/ 80 h 48950"/>
                      <a:gd name="connsiteX5" fmla="*/ 7312 w 48996"/>
                      <a:gd name="connsiteY5" fmla="*/ 7248 h 48950"/>
                      <a:gd name="connsiteX6" fmla="*/ 136 w 48996"/>
                      <a:gd name="connsiteY6" fmla="*/ 24555 h 48950"/>
                      <a:gd name="connsiteX7" fmla="*/ 7312 w 48996"/>
                      <a:gd name="connsiteY7" fmla="*/ 41862 h 48950"/>
                      <a:gd name="connsiteX8" fmla="*/ 24635 w 48996"/>
                      <a:gd name="connsiteY8" fmla="*/ 49030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35" y="49030"/>
                        </a:moveTo>
                        <a:cubicBezTo>
                          <a:pt x="31132" y="49030"/>
                          <a:pt x="37364" y="46452"/>
                          <a:pt x="41958" y="41862"/>
                        </a:cubicBezTo>
                        <a:cubicBezTo>
                          <a:pt x="46552" y="37272"/>
                          <a:pt x="49133" y="31046"/>
                          <a:pt x="49133" y="24555"/>
                        </a:cubicBezTo>
                        <a:cubicBezTo>
                          <a:pt x="49133" y="18064"/>
                          <a:pt x="46552" y="11838"/>
                          <a:pt x="41958" y="7248"/>
                        </a:cubicBezTo>
                        <a:cubicBezTo>
                          <a:pt x="37364" y="2659"/>
                          <a:pt x="31132" y="80"/>
                          <a:pt x="24635" y="80"/>
                        </a:cubicBezTo>
                        <a:cubicBezTo>
                          <a:pt x="18138" y="80"/>
                          <a:pt x="11906" y="2659"/>
                          <a:pt x="7312" y="7248"/>
                        </a:cubicBezTo>
                        <a:cubicBezTo>
                          <a:pt x="2718" y="11838"/>
                          <a:pt x="136" y="18064"/>
                          <a:pt x="136" y="24555"/>
                        </a:cubicBezTo>
                        <a:cubicBezTo>
                          <a:pt x="136" y="31046"/>
                          <a:pt x="2718" y="37272"/>
                          <a:pt x="7312" y="41862"/>
                        </a:cubicBezTo>
                        <a:cubicBezTo>
                          <a:pt x="11906" y="46452"/>
                          <a:pt x="18138" y="49030"/>
                          <a:pt x="24635" y="49030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任意形状 104">
                    <a:extLst>
                      <a:ext uri="{FF2B5EF4-FFF2-40B4-BE49-F238E27FC236}">
                        <a16:creationId xmlns:a16="http://schemas.microsoft.com/office/drawing/2014/main" id="{EEBC27A0-284C-9813-0A02-FD906E54CB6C}"/>
                      </a:ext>
                    </a:extLst>
                  </p:cNvPr>
                  <p:cNvSpPr/>
                  <p:nvPr/>
                </p:nvSpPr>
                <p:spPr>
                  <a:xfrm>
                    <a:off x="4273662" y="3452184"/>
                    <a:ext cx="48996" cy="48950"/>
                  </a:xfrm>
                  <a:custGeom>
                    <a:avLst/>
                    <a:gdLst>
                      <a:gd name="connsiteX0" fmla="*/ 24648 w 48996"/>
                      <a:gd name="connsiteY0" fmla="*/ 49026 h 48950"/>
                      <a:gd name="connsiteX1" fmla="*/ 41971 w 48996"/>
                      <a:gd name="connsiteY1" fmla="*/ 41858 h 48950"/>
                      <a:gd name="connsiteX2" fmla="*/ 49146 w 48996"/>
                      <a:gd name="connsiteY2" fmla="*/ 24551 h 48950"/>
                      <a:gd name="connsiteX3" fmla="*/ 41971 w 48996"/>
                      <a:gd name="connsiteY3" fmla="*/ 7244 h 48950"/>
                      <a:gd name="connsiteX4" fmla="*/ 24648 w 48996"/>
                      <a:gd name="connsiteY4" fmla="*/ 76 h 48950"/>
                      <a:gd name="connsiteX5" fmla="*/ 7325 w 48996"/>
                      <a:gd name="connsiteY5" fmla="*/ 7244 h 48950"/>
                      <a:gd name="connsiteX6" fmla="*/ 150 w 48996"/>
                      <a:gd name="connsiteY6" fmla="*/ 24551 h 48950"/>
                      <a:gd name="connsiteX7" fmla="*/ 7325 w 48996"/>
                      <a:gd name="connsiteY7" fmla="*/ 41858 h 48950"/>
                      <a:gd name="connsiteX8" fmla="*/ 24648 w 48996"/>
                      <a:gd name="connsiteY8" fmla="*/ 49026 h 48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996" h="48950">
                        <a:moveTo>
                          <a:pt x="24648" y="49026"/>
                        </a:moveTo>
                        <a:cubicBezTo>
                          <a:pt x="31145" y="49026"/>
                          <a:pt x="37377" y="46448"/>
                          <a:pt x="41971" y="41858"/>
                        </a:cubicBezTo>
                        <a:cubicBezTo>
                          <a:pt x="46565" y="37268"/>
                          <a:pt x="49146" y="31042"/>
                          <a:pt x="49146" y="24551"/>
                        </a:cubicBezTo>
                        <a:cubicBezTo>
                          <a:pt x="49146" y="18060"/>
                          <a:pt x="46565" y="11834"/>
                          <a:pt x="41971" y="7244"/>
                        </a:cubicBezTo>
                        <a:cubicBezTo>
                          <a:pt x="37377" y="2655"/>
                          <a:pt x="31145" y="76"/>
                          <a:pt x="24648" y="76"/>
                        </a:cubicBezTo>
                        <a:cubicBezTo>
                          <a:pt x="18151" y="76"/>
                          <a:pt x="11919" y="2655"/>
                          <a:pt x="7325" y="7244"/>
                        </a:cubicBezTo>
                        <a:cubicBezTo>
                          <a:pt x="2731" y="11834"/>
                          <a:pt x="150" y="18060"/>
                          <a:pt x="150" y="24551"/>
                        </a:cubicBezTo>
                        <a:cubicBezTo>
                          <a:pt x="150" y="31042"/>
                          <a:pt x="2731" y="37268"/>
                          <a:pt x="7325" y="41858"/>
                        </a:cubicBezTo>
                        <a:cubicBezTo>
                          <a:pt x="11919" y="46448"/>
                          <a:pt x="18151" y="49026"/>
                          <a:pt x="24648" y="49026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8149" cap="flat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06" name="任意形状 105">
                <a:extLst>
                  <a:ext uri="{FF2B5EF4-FFF2-40B4-BE49-F238E27FC236}">
                    <a16:creationId xmlns:a16="http://schemas.microsoft.com/office/drawing/2014/main" id="{3CB0667B-13A1-E3D3-E883-537AC82E5B32}"/>
                  </a:ext>
                </a:extLst>
              </p:cNvPr>
              <p:cNvSpPr/>
              <p:nvPr/>
            </p:nvSpPr>
            <p:spPr>
              <a:xfrm>
                <a:off x="3163483" y="2917023"/>
                <a:ext cx="8166" cy="904608"/>
              </a:xfrm>
              <a:custGeom>
                <a:avLst/>
                <a:gdLst>
                  <a:gd name="connsiteX0" fmla="*/ 0 w 8166"/>
                  <a:gd name="connsiteY0" fmla="*/ 904608 h 904608"/>
                  <a:gd name="connsiteX1" fmla="*/ 0 w 8166"/>
                  <a:gd name="connsiteY1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66" h="904608">
                    <a:moveTo>
                      <a:pt x="0" y="904608"/>
                    </a:moveTo>
                    <a:lnTo>
                      <a:pt x="0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形状 106">
                <a:extLst>
                  <a:ext uri="{FF2B5EF4-FFF2-40B4-BE49-F238E27FC236}">
                    <a16:creationId xmlns:a16="http://schemas.microsoft.com/office/drawing/2014/main" id="{4C509181-054B-D266-1324-93B5B2E9A848}"/>
                  </a:ext>
                </a:extLst>
              </p:cNvPr>
              <p:cNvSpPr/>
              <p:nvPr/>
            </p:nvSpPr>
            <p:spPr>
              <a:xfrm>
                <a:off x="4352187" y="2917023"/>
                <a:ext cx="8166" cy="904608"/>
              </a:xfrm>
              <a:custGeom>
                <a:avLst/>
                <a:gdLst>
                  <a:gd name="connsiteX0" fmla="*/ 0 w 8166"/>
                  <a:gd name="connsiteY0" fmla="*/ 904608 h 904608"/>
                  <a:gd name="connsiteX1" fmla="*/ 0 w 8166"/>
                  <a:gd name="connsiteY1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66" h="904608">
                    <a:moveTo>
                      <a:pt x="0" y="904608"/>
                    </a:moveTo>
                    <a:lnTo>
                      <a:pt x="0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形状 107">
                <a:extLst>
                  <a:ext uri="{FF2B5EF4-FFF2-40B4-BE49-F238E27FC236}">
                    <a16:creationId xmlns:a16="http://schemas.microsoft.com/office/drawing/2014/main" id="{EA813D82-B7AB-E825-D82A-9A5094FA2DB6}"/>
                  </a:ext>
                </a:extLst>
              </p:cNvPr>
              <p:cNvSpPr/>
              <p:nvPr/>
            </p:nvSpPr>
            <p:spPr>
              <a:xfrm>
                <a:off x="3163483" y="3821631"/>
                <a:ext cx="1188704" cy="8158"/>
              </a:xfrm>
              <a:custGeom>
                <a:avLst/>
                <a:gdLst>
                  <a:gd name="connsiteX0" fmla="*/ 0 w 1188704"/>
                  <a:gd name="connsiteY0" fmla="*/ 0 h 8158"/>
                  <a:gd name="connsiteX1" fmla="*/ 1188704 w 1188704"/>
                  <a:gd name="connsiteY1" fmla="*/ 0 h 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04" h="8158">
                    <a:moveTo>
                      <a:pt x="0" y="0"/>
                    </a:moveTo>
                    <a:lnTo>
                      <a:pt x="1188704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形状 108">
                <a:extLst>
                  <a:ext uri="{FF2B5EF4-FFF2-40B4-BE49-F238E27FC236}">
                    <a16:creationId xmlns:a16="http://schemas.microsoft.com/office/drawing/2014/main" id="{09FA60EA-76F3-2C62-B2B8-D6CED8D17D3B}"/>
                  </a:ext>
                </a:extLst>
              </p:cNvPr>
              <p:cNvSpPr/>
              <p:nvPr/>
            </p:nvSpPr>
            <p:spPr>
              <a:xfrm>
                <a:off x="3163483" y="2917023"/>
                <a:ext cx="1188704" cy="8158"/>
              </a:xfrm>
              <a:custGeom>
                <a:avLst/>
                <a:gdLst>
                  <a:gd name="connsiteX0" fmla="*/ 0 w 1188704"/>
                  <a:gd name="connsiteY0" fmla="*/ 0 h 8158"/>
                  <a:gd name="connsiteX1" fmla="*/ 1188704 w 1188704"/>
                  <a:gd name="connsiteY1" fmla="*/ 0 h 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04" h="8158">
                    <a:moveTo>
                      <a:pt x="0" y="0"/>
                    </a:moveTo>
                    <a:lnTo>
                      <a:pt x="1188704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0" name="图片 15">
              <a:extLst>
                <a:ext uri="{FF2B5EF4-FFF2-40B4-BE49-F238E27FC236}">
                  <a16:creationId xmlns:a16="http://schemas.microsoft.com/office/drawing/2014/main" id="{FEE08BCD-6FB3-80BF-079C-878D15706C44}"/>
                </a:ext>
              </a:extLst>
            </p:cNvPr>
            <p:cNvGrpSpPr/>
            <p:nvPr/>
          </p:nvGrpSpPr>
          <p:grpSpPr>
            <a:xfrm>
              <a:off x="4680221" y="2917023"/>
              <a:ext cx="1217285" cy="1100653"/>
              <a:chOff x="4680221" y="2917023"/>
              <a:chExt cx="1217285" cy="1100653"/>
            </a:xfrm>
          </p:grpSpPr>
          <p:sp>
            <p:nvSpPr>
              <p:cNvPr id="112" name="任意形状 111">
                <a:extLst>
                  <a:ext uri="{FF2B5EF4-FFF2-40B4-BE49-F238E27FC236}">
                    <a16:creationId xmlns:a16="http://schemas.microsoft.com/office/drawing/2014/main" id="{CE54A9E3-188D-06DC-F50D-00743640EEA4}"/>
                  </a:ext>
                </a:extLst>
              </p:cNvPr>
              <p:cNvSpPr/>
              <p:nvPr/>
            </p:nvSpPr>
            <p:spPr>
              <a:xfrm>
                <a:off x="4708802" y="2917023"/>
                <a:ext cx="1188704" cy="904608"/>
              </a:xfrm>
              <a:custGeom>
                <a:avLst/>
                <a:gdLst>
                  <a:gd name="connsiteX0" fmla="*/ 0 w 1188704"/>
                  <a:gd name="connsiteY0" fmla="*/ 904608 h 904608"/>
                  <a:gd name="connsiteX1" fmla="*/ 1188704 w 1188704"/>
                  <a:gd name="connsiteY1" fmla="*/ 904608 h 904608"/>
                  <a:gd name="connsiteX2" fmla="*/ 1188704 w 1188704"/>
                  <a:gd name="connsiteY2" fmla="*/ 0 h 904608"/>
                  <a:gd name="connsiteX3" fmla="*/ 0 w 1188704"/>
                  <a:gd name="connsiteY3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8704" h="904608">
                    <a:moveTo>
                      <a:pt x="0" y="904608"/>
                    </a:moveTo>
                    <a:lnTo>
                      <a:pt x="1188704" y="904608"/>
                    </a:lnTo>
                    <a:lnTo>
                      <a:pt x="118870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9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13" name="图片 15">
                <a:extLst>
                  <a:ext uri="{FF2B5EF4-FFF2-40B4-BE49-F238E27FC236}">
                    <a16:creationId xmlns:a16="http://schemas.microsoft.com/office/drawing/2014/main" id="{73E548C5-4DCA-9232-1DD8-D200C0635F60}"/>
                  </a:ext>
                </a:extLst>
              </p:cNvPr>
              <p:cNvGrpSpPr/>
              <p:nvPr/>
            </p:nvGrpSpPr>
            <p:grpSpPr>
              <a:xfrm>
                <a:off x="4717529" y="3821631"/>
                <a:ext cx="1125942" cy="196045"/>
                <a:chOff x="4717529" y="3821631"/>
                <a:chExt cx="1125942" cy="196045"/>
              </a:xfrm>
              <a:solidFill>
                <a:srgbClr val="000000"/>
              </a:solidFill>
            </p:grpSpPr>
            <p:grpSp>
              <p:nvGrpSpPr>
                <p:cNvPr id="114" name="图片 15">
                  <a:extLst>
                    <a:ext uri="{FF2B5EF4-FFF2-40B4-BE49-F238E27FC236}">
                      <a16:creationId xmlns:a16="http://schemas.microsoft.com/office/drawing/2014/main" id="{C09968DC-937B-CD9C-1B20-EC0C014274A3}"/>
                    </a:ext>
                  </a:extLst>
                </p:cNvPr>
                <p:cNvGrpSpPr/>
                <p:nvPr/>
              </p:nvGrpSpPr>
              <p:grpSpPr>
                <a:xfrm>
                  <a:off x="4717529" y="3821631"/>
                  <a:ext cx="90529" cy="196045"/>
                  <a:chOff x="4717529" y="3821631"/>
                  <a:chExt cx="90529" cy="196045"/>
                </a:xfrm>
                <a:solidFill>
                  <a:srgbClr val="000000"/>
                </a:solidFill>
              </p:grpSpPr>
              <p:sp>
                <p:nvSpPr>
                  <p:cNvPr id="115" name="任意形状 114">
                    <a:extLst>
                      <a:ext uri="{FF2B5EF4-FFF2-40B4-BE49-F238E27FC236}">
                        <a16:creationId xmlns:a16="http://schemas.microsoft.com/office/drawing/2014/main" id="{D3C93ECE-D209-D2DC-964A-D88B78EE3389}"/>
                      </a:ext>
                    </a:extLst>
                  </p:cNvPr>
                  <p:cNvSpPr/>
                  <p:nvPr/>
                </p:nvSpPr>
                <p:spPr>
                  <a:xfrm>
                    <a:off x="4762830" y="3821631"/>
                    <a:ext cx="8166" cy="28554"/>
                  </a:xfrm>
                  <a:custGeom>
                    <a:avLst/>
                    <a:gdLst>
                      <a:gd name="connsiteX0" fmla="*/ 207 w 8166"/>
                      <a:gd name="connsiteY0" fmla="*/ 118 h 28554"/>
                      <a:gd name="connsiteX1" fmla="*/ 207 w 8166"/>
                      <a:gd name="connsiteY1" fmla="*/ 28673 h 2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8166" h="28554">
                        <a:moveTo>
                          <a:pt x="207" y="118"/>
                        </a:moveTo>
                        <a:lnTo>
                          <a:pt x="207" y="28673"/>
                        </a:lnTo>
                      </a:path>
                    </a:pathLst>
                  </a:custGeom>
                  <a:solidFill>
                    <a:srgbClr val="000000"/>
                  </a:solidFill>
                  <a:ln w="652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" name="任意形状 116">
                    <a:extLst>
                      <a:ext uri="{FF2B5EF4-FFF2-40B4-BE49-F238E27FC236}">
                        <a16:creationId xmlns:a16="http://schemas.microsoft.com/office/drawing/2014/main" id="{D1A92EAD-88BE-44B2-64FE-9FD479C334F8}"/>
                      </a:ext>
                    </a:extLst>
                  </p:cNvPr>
                  <p:cNvSpPr/>
                  <p:nvPr/>
                </p:nvSpPr>
                <p:spPr>
                  <a:xfrm flipV="1">
                    <a:off x="4717529" y="3881913"/>
                    <a:ext cx="90529" cy="135764"/>
                  </a:xfrm>
                  <a:custGeom>
                    <a:avLst/>
                    <a:gdLst>
                      <a:gd name="connsiteX0" fmla="*/ 43423 w 90529"/>
                      <a:gd name="connsiteY0" fmla="*/ 119546 h 135764"/>
                      <a:gd name="connsiteX1" fmla="*/ 22847 w 90529"/>
                      <a:gd name="connsiteY1" fmla="*/ 106085 h 135764"/>
                      <a:gd name="connsiteX2" fmla="*/ 15969 w 90529"/>
                      <a:gd name="connsiteY2" fmla="*/ 65644 h 135764"/>
                      <a:gd name="connsiteX3" fmla="*/ 22847 w 90529"/>
                      <a:gd name="connsiteY3" fmla="*/ 25288 h 135764"/>
                      <a:gd name="connsiteX4" fmla="*/ 43423 w 90529"/>
                      <a:gd name="connsiteY4" fmla="*/ 11827 h 135764"/>
                      <a:gd name="connsiteX5" fmla="*/ 64083 w 90529"/>
                      <a:gd name="connsiteY5" fmla="*/ 25288 h 135764"/>
                      <a:gd name="connsiteX6" fmla="*/ 70988 w 90529"/>
                      <a:gd name="connsiteY6" fmla="*/ 65644 h 135764"/>
                      <a:gd name="connsiteX7" fmla="*/ 64083 w 90529"/>
                      <a:gd name="connsiteY7" fmla="*/ 106085 h 135764"/>
                      <a:gd name="connsiteX8" fmla="*/ 43423 w 90529"/>
                      <a:gd name="connsiteY8" fmla="*/ 119546 h 135764"/>
                      <a:gd name="connsiteX9" fmla="*/ 43423 w 90529"/>
                      <a:gd name="connsiteY9" fmla="*/ 133568 h 135764"/>
                      <a:gd name="connsiteX10" fmla="*/ 77080 w 90529"/>
                      <a:gd name="connsiteY10" fmla="*/ 116153 h 135764"/>
                      <a:gd name="connsiteX11" fmla="*/ 88701 w 90529"/>
                      <a:gd name="connsiteY11" fmla="*/ 65644 h 135764"/>
                      <a:gd name="connsiteX12" fmla="*/ 77080 w 90529"/>
                      <a:gd name="connsiteY12" fmla="*/ 15192 h 135764"/>
                      <a:gd name="connsiteX13" fmla="*/ 43423 w 90529"/>
                      <a:gd name="connsiteY13" fmla="*/ -2196 h 135764"/>
                      <a:gd name="connsiteX14" fmla="*/ 9793 w 90529"/>
                      <a:gd name="connsiteY14" fmla="*/ 15192 h 135764"/>
                      <a:gd name="connsiteX15" fmla="*/ -1828 w 90529"/>
                      <a:gd name="connsiteY15" fmla="*/ 65644 h 135764"/>
                      <a:gd name="connsiteX16" fmla="*/ 9793 w 90529"/>
                      <a:gd name="connsiteY16" fmla="*/ 116153 h 135764"/>
                      <a:gd name="connsiteX17" fmla="*/ 43423 w 90529"/>
                      <a:gd name="connsiteY17" fmla="*/ 133568 h 135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90529" h="135764">
                        <a:moveTo>
                          <a:pt x="43423" y="119546"/>
                        </a:moveTo>
                        <a:cubicBezTo>
                          <a:pt x="34309" y="119546"/>
                          <a:pt x="27450" y="115059"/>
                          <a:pt x="22847" y="106085"/>
                        </a:cubicBezTo>
                        <a:cubicBezTo>
                          <a:pt x="18262" y="97129"/>
                          <a:pt x="15969" y="83649"/>
                          <a:pt x="15969" y="65644"/>
                        </a:cubicBezTo>
                        <a:cubicBezTo>
                          <a:pt x="15969" y="47715"/>
                          <a:pt x="18262" y="34262"/>
                          <a:pt x="22847" y="25288"/>
                        </a:cubicBezTo>
                        <a:cubicBezTo>
                          <a:pt x="27450" y="16314"/>
                          <a:pt x="34309" y="11827"/>
                          <a:pt x="43423" y="11827"/>
                        </a:cubicBezTo>
                        <a:cubicBezTo>
                          <a:pt x="52611" y="11827"/>
                          <a:pt x="59498" y="16314"/>
                          <a:pt x="64083" y="25288"/>
                        </a:cubicBezTo>
                        <a:cubicBezTo>
                          <a:pt x="68687" y="34262"/>
                          <a:pt x="70988" y="47715"/>
                          <a:pt x="70988" y="65644"/>
                        </a:cubicBezTo>
                        <a:cubicBezTo>
                          <a:pt x="70988" y="83649"/>
                          <a:pt x="68687" y="97129"/>
                          <a:pt x="64083" y="106085"/>
                        </a:cubicBezTo>
                        <a:cubicBezTo>
                          <a:pt x="59498" y="115059"/>
                          <a:pt x="52611" y="119546"/>
                          <a:pt x="43423" y="119546"/>
                        </a:cubicBezTo>
                        <a:close/>
                        <a:moveTo>
                          <a:pt x="43423" y="133568"/>
                        </a:moveTo>
                        <a:cubicBezTo>
                          <a:pt x="58113" y="133568"/>
                          <a:pt x="69332" y="127763"/>
                          <a:pt x="77080" y="116153"/>
                        </a:cubicBezTo>
                        <a:cubicBezTo>
                          <a:pt x="84828" y="104561"/>
                          <a:pt x="88701" y="87725"/>
                          <a:pt x="88701" y="65644"/>
                        </a:cubicBezTo>
                        <a:cubicBezTo>
                          <a:pt x="88701" y="43620"/>
                          <a:pt x="84828" y="26802"/>
                          <a:pt x="77080" y="15192"/>
                        </a:cubicBezTo>
                        <a:cubicBezTo>
                          <a:pt x="69332" y="3600"/>
                          <a:pt x="58113" y="-2196"/>
                          <a:pt x="43423" y="-2196"/>
                        </a:cubicBezTo>
                        <a:cubicBezTo>
                          <a:pt x="28751" y="-2196"/>
                          <a:pt x="17541" y="3600"/>
                          <a:pt x="9793" y="15192"/>
                        </a:cubicBezTo>
                        <a:cubicBezTo>
                          <a:pt x="2046" y="26802"/>
                          <a:pt x="-1828" y="43620"/>
                          <a:pt x="-1828" y="65644"/>
                        </a:cubicBezTo>
                        <a:cubicBezTo>
                          <a:pt x="-1828" y="87725"/>
                          <a:pt x="2046" y="104561"/>
                          <a:pt x="9793" y="116153"/>
                        </a:cubicBezTo>
                        <a:cubicBezTo>
                          <a:pt x="17541" y="127763"/>
                          <a:pt x="28751" y="133568"/>
                          <a:pt x="43423" y="13356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28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8" name="图片 15">
                  <a:extLst>
                    <a:ext uri="{FF2B5EF4-FFF2-40B4-BE49-F238E27FC236}">
                      <a16:creationId xmlns:a16="http://schemas.microsoft.com/office/drawing/2014/main" id="{AEBC129C-6462-F9F6-2499-3D8C950B460B}"/>
                    </a:ext>
                  </a:extLst>
                </p:cNvPr>
                <p:cNvGrpSpPr/>
                <p:nvPr/>
              </p:nvGrpSpPr>
              <p:grpSpPr>
                <a:xfrm>
                  <a:off x="5685180" y="3821631"/>
                  <a:ext cx="158290" cy="196045"/>
                  <a:chOff x="5685180" y="3821631"/>
                  <a:chExt cx="158290" cy="196045"/>
                </a:xfrm>
                <a:solidFill>
                  <a:srgbClr val="000000"/>
                </a:solidFill>
              </p:grpSpPr>
              <p:sp>
                <p:nvSpPr>
                  <p:cNvPr id="119" name="任意形状 118">
                    <a:extLst>
                      <a:ext uri="{FF2B5EF4-FFF2-40B4-BE49-F238E27FC236}">
                        <a16:creationId xmlns:a16="http://schemas.microsoft.com/office/drawing/2014/main" id="{4AC9594F-5451-1F74-D117-F143DB9D34E6}"/>
                      </a:ext>
                    </a:extLst>
                  </p:cNvPr>
                  <p:cNvSpPr/>
                  <p:nvPr/>
                </p:nvSpPr>
                <p:spPr>
                  <a:xfrm>
                    <a:off x="5843471" y="3821631"/>
                    <a:ext cx="8166" cy="28554"/>
                  </a:xfrm>
                  <a:custGeom>
                    <a:avLst/>
                    <a:gdLst>
                      <a:gd name="connsiteX0" fmla="*/ 339 w 8166"/>
                      <a:gd name="connsiteY0" fmla="*/ 118 h 28554"/>
                      <a:gd name="connsiteX1" fmla="*/ 339 w 8166"/>
                      <a:gd name="connsiteY1" fmla="*/ 28673 h 2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8166" h="28554">
                        <a:moveTo>
                          <a:pt x="339" y="118"/>
                        </a:moveTo>
                        <a:lnTo>
                          <a:pt x="339" y="28673"/>
                        </a:lnTo>
                      </a:path>
                    </a:pathLst>
                  </a:custGeom>
                  <a:solidFill>
                    <a:srgbClr val="000000"/>
                  </a:solidFill>
                  <a:ln w="6520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0" name="图片 15">
                    <a:extLst>
                      <a:ext uri="{FF2B5EF4-FFF2-40B4-BE49-F238E27FC236}">
                        <a16:creationId xmlns:a16="http://schemas.microsoft.com/office/drawing/2014/main" id="{F54E4480-AB5A-AC94-B6B3-7C8C81CCA6E6}"/>
                      </a:ext>
                    </a:extLst>
                  </p:cNvPr>
                  <p:cNvGrpSpPr/>
                  <p:nvPr/>
                </p:nvGrpSpPr>
                <p:grpSpPr>
                  <a:xfrm>
                    <a:off x="5685180" y="3881913"/>
                    <a:ext cx="93399" cy="135764"/>
                    <a:chOff x="5685180" y="3881913"/>
                    <a:chExt cx="93399" cy="135764"/>
                  </a:xfrm>
                  <a:solidFill>
                    <a:srgbClr val="000000"/>
                  </a:solidFill>
                </p:grpSpPr>
                <p:sp>
                  <p:nvSpPr>
                    <p:cNvPr id="121" name="任意形状 120">
                      <a:extLst>
                        <a:ext uri="{FF2B5EF4-FFF2-40B4-BE49-F238E27FC236}">
                          <a16:creationId xmlns:a16="http://schemas.microsoft.com/office/drawing/2014/main" id="{637ED13B-D64A-FB67-8DB4-60350FF1E6B5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685180" y="3881913"/>
                      <a:ext cx="83146" cy="133212"/>
                    </a:xfrm>
                    <a:custGeom>
                      <a:avLst/>
                      <a:gdLst>
                        <a:gd name="connsiteX0" fmla="*/ 19681 w 83146"/>
                        <a:gd name="connsiteY0" fmla="*/ 12650 h 133212"/>
                        <a:gd name="connsiteX1" fmla="*/ 81521 w 83146"/>
                        <a:gd name="connsiteY1" fmla="*/ 12650 h 133212"/>
                        <a:gd name="connsiteX2" fmla="*/ 81521 w 83146"/>
                        <a:gd name="connsiteY2" fmla="*/ -2241 h 133212"/>
                        <a:gd name="connsiteX3" fmla="*/ -1625 w 83146"/>
                        <a:gd name="connsiteY3" fmla="*/ -2241 h 133212"/>
                        <a:gd name="connsiteX4" fmla="*/ -1625 w 83146"/>
                        <a:gd name="connsiteY4" fmla="*/ 12650 h 133212"/>
                        <a:gd name="connsiteX5" fmla="*/ 25856 w 83146"/>
                        <a:gd name="connsiteY5" fmla="*/ 40639 h 133212"/>
                        <a:gd name="connsiteX6" fmla="*/ 47752 w 83146"/>
                        <a:gd name="connsiteY6" fmla="*/ 63327 h 133212"/>
                        <a:gd name="connsiteX7" fmla="*/ 59626 w 83146"/>
                        <a:gd name="connsiteY7" fmla="*/ 79481 h 133212"/>
                        <a:gd name="connsiteX8" fmla="*/ 63022 w 83146"/>
                        <a:gd name="connsiteY8" fmla="*/ 92493 h 133212"/>
                        <a:gd name="connsiteX9" fmla="*/ 55696 w 83146"/>
                        <a:gd name="connsiteY9" fmla="*/ 109488 h 133212"/>
                        <a:gd name="connsiteX10" fmla="*/ 36607 w 83146"/>
                        <a:gd name="connsiteY10" fmla="*/ 116079 h 133212"/>
                        <a:gd name="connsiteX11" fmla="*/ 19007 w 83146"/>
                        <a:gd name="connsiteY11" fmla="*/ 113190 h 133212"/>
                        <a:gd name="connsiteX12" fmla="*/ -755 w 83146"/>
                        <a:gd name="connsiteY12" fmla="*/ 104412 h 133212"/>
                        <a:gd name="connsiteX13" fmla="*/ -755 w 83146"/>
                        <a:gd name="connsiteY13" fmla="*/ 122305 h 133212"/>
                        <a:gd name="connsiteX14" fmla="*/ 19231 w 83146"/>
                        <a:gd name="connsiteY14" fmla="*/ 128783 h 133212"/>
                        <a:gd name="connsiteX15" fmla="*/ 36271 w 83146"/>
                        <a:gd name="connsiteY15" fmla="*/ 130971 h 133212"/>
                        <a:gd name="connsiteX16" fmla="*/ 68721 w 83146"/>
                        <a:gd name="connsiteY16" fmla="*/ 120790 h 133212"/>
                        <a:gd name="connsiteX17" fmla="*/ 80819 w 83146"/>
                        <a:gd name="connsiteY17" fmla="*/ 93643 h 133212"/>
                        <a:gd name="connsiteX18" fmla="*/ 77788 w 83146"/>
                        <a:gd name="connsiteY18" fmla="*/ 78331 h 133212"/>
                        <a:gd name="connsiteX19" fmla="*/ 66784 w 83146"/>
                        <a:gd name="connsiteY19" fmla="*/ 61308 h 133212"/>
                        <a:gd name="connsiteX20" fmla="*/ 52833 w 83146"/>
                        <a:gd name="connsiteY20" fmla="*/ 46612 h 133212"/>
                        <a:gd name="connsiteX21" fmla="*/ 19681 w 83146"/>
                        <a:gd name="connsiteY21" fmla="*/ 12650 h 133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83146" h="133212">
                          <a:moveTo>
                            <a:pt x="19681" y="12650"/>
                          </a:moveTo>
                          <a:lnTo>
                            <a:pt x="81521" y="12650"/>
                          </a:lnTo>
                          <a:lnTo>
                            <a:pt x="81521" y="-2241"/>
                          </a:lnTo>
                          <a:lnTo>
                            <a:pt x="-1625" y="-2241"/>
                          </a:lnTo>
                          <a:lnTo>
                            <a:pt x="-1625" y="12650"/>
                          </a:lnTo>
                          <a:cubicBezTo>
                            <a:pt x="5093" y="19605"/>
                            <a:pt x="14254" y="28935"/>
                            <a:pt x="25856" y="40639"/>
                          </a:cubicBezTo>
                          <a:cubicBezTo>
                            <a:pt x="37478" y="52362"/>
                            <a:pt x="44776" y="59924"/>
                            <a:pt x="47752" y="63327"/>
                          </a:cubicBezTo>
                          <a:cubicBezTo>
                            <a:pt x="53422" y="69684"/>
                            <a:pt x="57380" y="75068"/>
                            <a:pt x="59626" y="79481"/>
                          </a:cubicBezTo>
                          <a:cubicBezTo>
                            <a:pt x="61890" y="83893"/>
                            <a:pt x="63022" y="88231"/>
                            <a:pt x="63022" y="92493"/>
                          </a:cubicBezTo>
                          <a:cubicBezTo>
                            <a:pt x="63022" y="99449"/>
                            <a:pt x="60580" y="105114"/>
                            <a:pt x="55696" y="109488"/>
                          </a:cubicBezTo>
                          <a:cubicBezTo>
                            <a:pt x="50811" y="113882"/>
                            <a:pt x="44449" y="116079"/>
                            <a:pt x="36607" y="116079"/>
                          </a:cubicBezTo>
                          <a:cubicBezTo>
                            <a:pt x="31049" y="116079"/>
                            <a:pt x="25182" y="115116"/>
                            <a:pt x="19007" y="113190"/>
                          </a:cubicBezTo>
                          <a:cubicBezTo>
                            <a:pt x="12850" y="111265"/>
                            <a:pt x="6263" y="108339"/>
                            <a:pt x="-755" y="104412"/>
                          </a:cubicBezTo>
                          <a:lnTo>
                            <a:pt x="-755" y="122305"/>
                          </a:lnTo>
                          <a:cubicBezTo>
                            <a:pt x="6375" y="125165"/>
                            <a:pt x="13037" y="127325"/>
                            <a:pt x="19231" y="128783"/>
                          </a:cubicBezTo>
                          <a:cubicBezTo>
                            <a:pt x="25444" y="130242"/>
                            <a:pt x="31124" y="130971"/>
                            <a:pt x="36271" y="130971"/>
                          </a:cubicBezTo>
                          <a:cubicBezTo>
                            <a:pt x="49838" y="130971"/>
                            <a:pt x="60655" y="127577"/>
                            <a:pt x="68721" y="120790"/>
                          </a:cubicBezTo>
                          <a:cubicBezTo>
                            <a:pt x="76786" y="114022"/>
                            <a:pt x="80819" y="104973"/>
                            <a:pt x="80819" y="93643"/>
                          </a:cubicBezTo>
                          <a:cubicBezTo>
                            <a:pt x="80819" y="88259"/>
                            <a:pt x="79809" y="83155"/>
                            <a:pt x="77788" y="78331"/>
                          </a:cubicBezTo>
                          <a:cubicBezTo>
                            <a:pt x="75785" y="73526"/>
                            <a:pt x="72117" y="67851"/>
                            <a:pt x="66784" y="61308"/>
                          </a:cubicBezTo>
                          <a:cubicBezTo>
                            <a:pt x="65324" y="59606"/>
                            <a:pt x="60674" y="54708"/>
                            <a:pt x="52833" y="46612"/>
                          </a:cubicBezTo>
                          <a:cubicBezTo>
                            <a:pt x="45010" y="38517"/>
                            <a:pt x="33959" y="27196"/>
                            <a:pt x="19681" y="1265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2" name="任意形状 121">
                      <a:extLst>
                        <a:ext uri="{FF2B5EF4-FFF2-40B4-BE49-F238E27FC236}">
                          <a16:creationId xmlns:a16="http://schemas.microsoft.com/office/drawing/2014/main" id="{87E6AA57-9D80-6DCD-F2A2-E6408946CDC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687668" y="3884269"/>
                      <a:ext cx="84746" cy="133408"/>
                    </a:xfrm>
                    <a:custGeom>
                      <a:avLst/>
                      <a:gdLst>
                        <a:gd name="connsiteX0" fmla="*/ 3852 w 84746"/>
                        <a:gd name="connsiteY0" fmla="*/ 131255 h 133408"/>
                        <a:gd name="connsiteX1" fmla="*/ 73412 w 84746"/>
                        <a:gd name="connsiteY1" fmla="*/ 131255 h 133408"/>
                        <a:gd name="connsiteX2" fmla="*/ 73412 w 84746"/>
                        <a:gd name="connsiteY2" fmla="*/ 116335 h 133408"/>
                        <a:gd name="connsiteX3" fmla="*/ 20077 w 84746"/>
                        <a:gd name="connsiteY3" fmla="*/ 116335 h 133408"/>
                        <a:gd name="connsiteX4" fmla="*/ 20077 w 84746"/>
                        <a:gd name="connsiteY4" fmla="*/ 84280 h 133408"/>
                        <a:gd name="connsiteX5" fmla="*/ 27768 w 84746"/>
                        <a:gd name="connsiteY5" fmla="*/ 86243 h 133408"/>
                        <a:gd name="connsiteX6" fmla="*/ 35516 w 84746"/>
                        <a:gd name="connsiteY6" fmla="*/ 86888 h 133408"/>
                        <a:gd name="connsiteX7" fmla="*/ 70240 w 84746"/>
                        <a:gd name="connsiteY7" fmla="*/ 74885 h 133408"/>
                        <a:gd name="connsiteX8" fmla="*/ 83068 w 84746"/>
                        <a:gd name="connsiteY8" fmla="*/ 42381 h 133408"/>
                        <a:gd name="connsiteX9" fmla="*/ 69903 w 84746"/>
                        <a:gd name="connsiteY9" fmla="*/ 9541 h 133408"/>
                        <a:gd name="connsiteX10" fmla="*/ 32793 w 84746"/>
                        <a:gd name="connsiteY10" fmla="*/ -2154 h 133408"/>
                        <a:gd name="connsiteX11" fmla="*/ 15978 w 84746"/>
                        <a:gd name="connsiteY11" fmla="*/ -751 h 133408"/>
                        <a:gd name="connsiteX12" fmla="*/ -1679 w 84746"/>
                        <a:gd name="connsiteY12" fmla="*/ 3455 h 133408"/>
                        <a:gd name="connsiteX13" fmla="*/ -1679 w 84746"/>
                        <a:gd name="connsiteY13" fmla="*/ 21264 h 133408"/>
                        <a:gd name="connsiteX14" fmla="*/ 14631 w 84746"/>
                        <a:gd name="connsiteY14" fmla="*/ 14870 h 133408"/>
                        <a:gd name="connsiteX15" fmla="*/ 32428 w 84746"/>
                        <a:gd name="connsiteY15" fmla="*/ 12766 h 133408"/>
                        <a:gd name="connsiteX16" fmla="*/ 56457 w 84746"/>
                        <a:gd name="connsiteY16" fmla="*/ 20731 h 133408"/>
                        <a:gd name="connsiteX17" fmla="*/ 65327 w 84746"/>
                        <a:gd name="connsiteY17" fmla="*/ 42381 h 133408"/>
                        <a:gd name="connsiteX18" fmla="*/ 56457 w 84746"/>
                        <a:gd name="connsiteY18" fmla="*/ 64004 h 133408"/>
                        <a:gd name="connsiteX19" fmla="*/ 32428 w 84746"/>
                        <a:gd name="connsiteY19" fmla="*/ 71996 h 133408"/>
                        <a:gd name="connsiteX20" fmla="*/ 18252 w 84746"/>
                        <a:gd name="connsiteY20" fmla="*/ 70426 h 133408"/>
                        <a:gd name="connsiteX21" fmla="*/ 3852 w 84746"/>
                        <a:gd name="connsiteY21" fmla="*/ 65518 h 133408"/>
                        <a:gd name="connsiteX22" fmla="*/ 3852 w 84746"/>
                        <a:gd name="connsiteY22" fmla="*/ 131255 h 1334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84746" h="133408">
                          <a:moveTo>
                            <a:pt x="3852" y="131255"/>
                          </a:moveTo>
                          <a:lnTo>
                            <a:pt x="73412" y="131255"/>
                          </a:lnTo>
                          <a:lnTo>
                            <a:pt x="73412" y="116335"/>
                          </a:lnTo>
                          <a:lnTo>
                            <a:pt x="20077" y="116335"/>
                          </a:lnTo>
                          <a:lnTo>
                            <a:pt x="20077" y="84280"/>
                          </a:lnTo>
                          <a:cubicBezTo>
                            <a:pt x="22640" y="85159"/>
                            <a:pt x="25204" y="85813"/>
                            <a:pt x="27768" y="86243"/>
                          </a:cubicBezTo>
                          <a:cubicBezTo>
                            <a:pt x="30351" y="86673"/>
                            <a:pt x="32933" y="86888"/>
                            <a:pt x="35516" y="86888"/>
                          </a:cubicBezTo>
                          <a:cubicBezTo>
                            <a:pt x="50131" y="86888"/>
                            <a:pt x="61706" y="82887"/>
                            <a:pt x="70240" y="74885"/>
                          </a:cubicBezTo>
                          <a:cubicBezTo>
                            <a:pt x="78792" y="66883"/>
                            <a:pt x="83068" y="56048"/>
                            <a:pt x="83068" y="42381"/>
                          </a:cubicBezTo>
                          <a:cubicBezTo>
                            <a:pt x="83068" y="28303"/>
                            <a:pt x="78680" y="17356"/>
                            <a:pt x="69903" y="9541"/>
                          </a:cubicBezTo>
                          <a:cubicBezTo>
                            <a:pt x="61126" y="1745"/>
                            <a:pt x="48756" y="-2154"/>
                            <a:pt x="32793" y="-2154"/>
                          </a:cubicBezTo>
                          <a:cubicBezTo>
                            <a:pt x="27291" y="-2154"/>
                            <a:pt x="21686" y="-1686"/>
                            <a:pt x="15978" y="-751"/>
                          </a:cubicBezTo>
                          <a:cubicBezTo>
                            <a:pt x="10289" y="183"/>
                            <a:pt x="4404" y="1586"/>
                            <a:pt x="-1679" y="3455"/>
                          </a:cubicBezTo>
                          <a:lnTo>
                            <a:pt x="-1679" y="21264"/>
                          </a:lnTo>
                          <a:cubicBezTo>
                            <a:pt x="3580" y="18403"/>
                            <a:pt x="9017" y="16272"/>
                            <a:pt x="14631" y="14870"/>
                          </a:cubicBezTo>
                          <a:cubicBezTo>
                            <a:pt x="20245" y="13467"/>
                            <a:pt x="26177" y="12766"/>
                            <a:pt x="32428" y="12766"/>
                          </a:cubicBezTo>
                          <a:cubicBezTo>
                            <a:pt x="42552" y="12766"/>
                            <a:pt x="50562" y="15421"/>
                            <a:pt x="56457" y="20731"/>
                          </a:cubicBezTo>
                          <a:cubicBezTo>
                            <a:pt x="62370" y="26041"/>
                            <a:pt x="65327" y="33258"/>
                            <a:pt x="65327" y="42381"/>
                          </a:cubicBezTo>
                          <a:cubicBezTo>
                            <a:pt x="65327" y="51487"/>
                            <a:pt x="62370" y="58694"/>
                            <a:pt x="56457" y="64004"/>
                          </a:cubicBezTo>
                          <a:cubicBezTo>
                            <a:pt x="50562" y="69332"/>
                            <a:pt x="42552" y="71996"/>
                            <a:pt x="32428" y="71996"/>
                          </a:cubicBezTo>
                          <a:cubicBezTo>
                            <a:pt x="27693" y="71996"/>
                            <a:pt x="22968" y="71473"/>
                            <a:pt x="18252" y="70426"/>
                          </a:cubicBezTo>
                          <a:cubicBezTo>
                            <a:pt x="13555" y="69379"/>
                            <a:pt x="8755" y="67743"/>
                            <a:pt x="3852" y="65518"/>
                          </a:cubicBezTo>
                          <a:lnTo>
                            <a:pt x="3852" y="13125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" name="任意形状 122">
                      <a:extLst>
                        <a:ext uri="{FF2B5EF4-FFF2-40B4-BE49-F238E27FC236}">
                          <a16:creationId xmlns:a16="http://schemas.microsoft.com/office/drawing/2014/main" id="{01CF364D-B2A0-8BCC-61F0-F443CD711A1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688135" y="3881913"/>
                      <a:ext cx="90445" cy="135764"/>
                    </a:xfrm>
                    <a:custGeom>
                      <a:avLst/>
                      <a:gdLst>
                        <a:gd name="connsiteX0" fmla="*/ 45034 w 90445"/>
                        <a:gd name="connsiteY0" fmla="*/ 72824 h 135764"/>
                        <a:gd name="connsiteX1" fmla="*/ 26114 w 90445"/>
                        <a:gd name="connsiteY1" fmla="*/ 64663 h 135764"/>
                        <a:gd name="connsiteX2" fmla="*/ 19152 w 90445"/>
                        <a:gd name="connsiteY2" fmla="*/ 42339 h 135764"/>
                        <a:gd name="connsiteX3" fmla="*/ 26114 w 90445"/>
                        <a:gd name="connsiteY3" fmla="*/ 20016 h 135764"/>
                        <a:gd name="connsiteX4" fmla="*/ 45034 w 90445"/>
                        <a:gd name="connsiteY4" fmla="*/ 11827 h 135764"/>
                        <a:gd name="connsiteX5" fmla="*/ 63926 w 90445"/>
                        <a:gd name="connsiteY5" fmla="*/ 20016 h 135764"/>
                        <a:gd name="connsiteX6" fmla="*/ 70887 w 90445"/>
                        <a:gd name="connsiteY6" fmla="*/ 42339 h 135764"/>
                        <a:gd name="connsiteX7" fmla="*/ 63926 w 90445"/>
                        <a:gd name="connsiteY7" fmla="*/ 64663 h 135764"/>
                        <a:gd name="connsiteX8" fmla="*/ 45034 w 90445"/>
                        <a:gd name="connsiteY8" fmla="*/ 72824 h 135764"/>
                        <a:gd name="connsiteX9" fmla="*/ 80207 w 90445"/>
                        <a:gd name="connsiteY9" fmla="*/ 128324 h 135764"/>
                        <a:gd name="connsiteX10" fmla="*/ 80207 w 90445"/>
                        <a:gd name="connsiteY10" fmla="*/ 112198 h 135764"/>
                        <a:gd name="connsiteX11" fmla="*/ 66733 w 90445"/>
                        <a:gd name="connsiteY11" fmla="*/ 116994 h 135764"/>
                        <a:gd name="connsiteX12" fmla="*/ 53259 w 90445"/>
                        <a:gd name="connsiteY12" fmla="*/ 118677 h 135764"/>
                        <a:gd name="connsiteX13" fmla="*/ 26451 w 90445"/>
                        <a:gd name="connsiteY13" fmla="*/ 106842 h 135764"/>
                        <a:gd name="connsiteX14" fmla="*/ 15896 w 90445"/>
                        <a:gd name="connsiteY14" fmla="*/ 71085 h 135764"/>
                        <a:gd name="connsiteX15" fmla="*/ 28865 w 90445"/>
                        <a:gd name="connsiteY15" fmla="*/ 82780 h 135764"/>
                        <a:gd name="connsiteX16" fmla="*/ 46072 w 90445"/>
                        <a:gd name="connsiteY16" fmla="*/ 86846 h 135764"/>
                        <a:gd name="connsiteX17" fmla="*/ 77259 w 90445"/>
                        <a:gd name="connsiteY17" fmla="*/ 74871 h 135764"/>
                        <a:gd name="connsiteX18" fmla="*/ 88712 w 90445"/>
                        <a:gd name="connsiteY18" fmla="*/ 42339 h 135764"/>
                        <a:gd name="connsiteX19" fmla="*/ 76782 w 90445"/>
                        <a:gd name="connsiteY19" fmla="*/ 9976 h 135764"/>
                        <a:gd name="connsiteX20" fmla="*/ 45034 w 90445"/>
                        <a:gd name="connsiteY20" fmla="*/ -2196 h 135764"/>
                        <a:gd name="connsiteX21" fmla="*/ 10282 w 90445"/>
                        <a:gd name="connsiteY21" fmla="*/ 15192 h 135764"/>
                        <a:gd name="connsiteX22" fmla="*/ -1733 w 90445"/>
                        <a:gd name="connsiteY22" fmla="*/ 65644 h 135764"/>
                        <a:gd name="connsiteX23" fmla="*/ 13005 w 90445"/>
                        <a:gd name="connsiteY23" fmla="*/ 115115 h 135764"/>
                        <a:gd name="connsiteX24" fmla="*/ 52557 w 90445"/>
                        <a:gd name="connsiteY24" fmla="*/ 133568 h 135764"/>
                        <a:gd name="connsiteX25" fmla="*/ 66031 w 90445"/>
                        <a:gd name="connsiteY25" fmla="*/ 132250 h 135764"/>
                        <a:gd name="connsiteX26" fmla="*/ 80207 w 90445"/>
                        <a:gd name="connsiteY26" fmla="*/ 128324 h 1357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90445" h="135764">
                          <a:moveTo>
                            <a:pt x="45034" y="72824"/>
                          </a:moveTo>
                          <a:cubicBezTo>
                            <a:pt x="37080" y="72824"/>
                            <a:pt x="30774" y="70103"/>
                            <a:pt x="26114" y="64663"/>
                          </a:cubicBezTo>
                          <a:cubicBezTo>
                            <a:pt x="21473" y="59241"/>
                            <a:pt x="19152" y="51799"/>
                            <a:pt x="19152" y="42339"/>
                          </a:cubicBezTo>
                          <a:cubicBezTo>
                            <a:pt x="19152" y="32935"/>
                            <a:pt x="21473" y="25494"/>
                            <a:pt x="26114" y="20016"/>
                          </a:cubicBezTo>
                          <a:cubicBezTo>
                            <a:pt x="30774" y="14556"/>
                            <a:pt x="37080" y="11827"/>
                            <a:pt x="45034" y="11827"/>
                          </a:cubicBezTo>
                          <a:cubicBezTo>
                            <a:pt x="52987" y="11827"/>
                            <a:pt x="59285" y="14556"/>
                            <a:pt x="63926" y="20016"/>
                          </a:cubicBezTo>
                          <a:cubicBezTo>
                            <a:pt x="68567" y="25494"/>
                            <a:pt x="70887" y="32935"/>
                            <a:pt x="70887" y="42339"/>
                          </a:cubicBezTo>
                          <a:cubicBezTo>
                            <a:pt x="70887" y="51799"/>
                            <a:pt x="68567" y="59241"/>
                            <a:pt x="63926" y="64663"/>
                          </a:cubicBezTo>
                          <a:cubicBezTo>
                            <a:pt x="59285" y="70103"/>
                            <a:pt x="52987" y="72824"/>
                            <a:pt x="45034" y="72824"/>
                          </a:cubicBezTo>
                          <a:close/>
                          <a:moveTo>
                            <a:pt x="80207" y="128324"/>
                          </a:moveTo>
                          <a:lnTo>
                            <a:pt x="80207" y="112198"/>
                          </a:lnTo>
                          <a:cubicBezTo>
                            <a:pt x="75753" y="114292"/>
                            <a:pt x="71262" y="115891"/>
                            <a:pt x="66733" y="116994"/>
                          </a:cubicBezTo>
                          <a:cubicBezTo>
                            <a:pt x="62204" y="118116"/>
                            <a:pt x="57713" y="118677"/>
                            <a:pt x="53259" y="118677"/>
                          </a:cubicBezTo>
                          <a:cubicBezTo>
                            <a:pt x="41562" y="118677"/>
                            <a:pt x="32626" y="114732"/>
                            <a:pt x="26451" y="106842"/>
                          </a:cubicBezTo>
                          <a:cubicBezTo>
                            <a:pt x="20294" y="98952"/>
                            <a:pt x="16776" y="87033"/>
                            <a:pt x="15896" y="71085"/>
                          </a:cubicBezTo>
                          <a:cubicBezTo>
                            <a:pt x="19340" y="76170"/>
                            <a:pt x="23662" y="80068"/>
                            <a:pt x="28865" y="82780"/>
                          </a:cubicBezTo>
                          <a:cubicBezTo>
                            <a:pt x="34086" y="85491"/>
                            <a:pt x="39822" y="86846"/>
                            <a:pt x="46072" y="86846"/>
                          </a:cubicBezTo>
                          <a:cubicBezTo>
                            <a:pt x="59229" y="86846"/>
                            <a:pt x="69624" y="82854"/>
                            <a:pt x="77259" y="74871"/>
                          </a:cubicBezTo>
                          <a:cubicBezTo>
                            <a:pt x="84895" y="66906"/>
                            <a:pt x="88712" y="56062"/>
                            <a:pt x="88712" y="42339"/>
                          </a:cubicBezTo>
                          <a:cubicBezTo>
                            <a:pt x="88712" y="28897"/>
                            <a:pt x="84736" y="18109"/>
                            <a:pt x="76782" y="9976"/>
                          </a:cubicBezTo>
                          <a:cubicBezTo>
                            <a:pt x="68829" y="1861"/>
                            <a:pt x="58246" y="-2196"/>
                            <a:pt x="45034" y="-2196"/>
                          </a:cubicBezTo>
                          <a:cubicBezTo>
                            <a:pt x="29875" y="-2196"/>
                            <a:pt x="18291" y="3600"/>
                            <a:pt x="10282" y="15192"/>
                          </a:cubicBezTo>
                          <a:cubicBezTo>
                            <a:pt x="2272" y="26802"/>
                            <a:pt x="-1733" y="43620"/>
                            <a:pt x="-1733" y="65644"/>
                          </a:cubicBezTo>
                          <a:cubicBezTo>
                            <a:pt x="-1733" y="86322"/>
                            <a:pt x="3180" y="102813"/>
                            <a:pt x="13005" y="115115"/>
                          </a:cubicBezTo>
                          <a:cubicBezTo>
                            <a:pt x="22830" y="127417"/>
                            <a:pt x="36014" y="133568"/>
                            <a:pt x="52557" y="133568"/>
                          </a:cubicBezTo>
                          <a:cubicBezTo>
                            <a:pt x="57011" y="133568"/>
                            <a:pt x="61502" y="133129"/>
                            <a:pt x="66031" y="132250"/>
                          </a:cubicBezTo>
                          <a:cubicBezTo>
                            <a:pt x="70560" y="131372"/>
                            <a:pt x="75285" y="130063"/>
                            <a:pt x="80207" y="128324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28" cap="flat">
                      <a:noFill/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24" name="图片 15">
                <a:extLst>
                  <a:ext uri="{FF2B5EF4-FFF2-40B4-BE49-F238E27FC236}">
                    <a16:creationId xmlns:a16="http://schemas.microsoft.com/office/drawing/2014/main" id="{5D02302C-02F8-3EC8-060F-48D850261ADD}"/>
                  </a:ext>
                </a:extLst>
              </p:cNvPr>
              <p:cNvGrpSpPr/>
              <p:nvPr/>
            </p:nvGrpSpPr>
            <p:grpSpPr>
              <a:xfrm>
                <a:off x="4680221" y="3268355"/>
                <a:ext cx="28581" cy="445372"/>
                <a:chOff x="4680221" y="3268355"/>
                <a:chExt cx="28581" cy="445372"/>
              </a:xfrm>
              <a:solidFill>
                <a:srgbClr val="000000"/>
              </a:solidFill>
            </p:grpSpPr>
            <p:sp>
              <p:nvSpPr>
                <p:cNvPr id="125" name="任意形状 124">
                  <a:extLst>
                    <a:ext uri="{FF2B5EF4-FFF2-40B4-BE49-F238E27FC236}">
                      <a16:creationId xmlns:a16="http://schemas.microsoft.com/office/drawing/2014/main" id="{76D3DD89-36A5-0F6C-F93F-DBA18416432D}"/>
                    </a:ext>
                  </a:extLst>
                </p:cNvPr>
                <p:cNvSpPr/>
                <p:nvPr/>
              </p:nvSpPr>
              <p:spPr>
                <a:xfrm>
                  <a:off x="4680221" y="3713728"/>
                  <a:ext cx="28581" cy="8158"/>
                </a:xfrm>
                <a:custGeom>
                  <a:avLst/>
                  <a:gdLst>
                    <a:gd name="connsiteX0" fmla="*/ 28781 w 28581"/>
                    <a:gd name="connsiteY0" fmla="*/ 105 h 8158"/>
                    <a:gd name="connsiteX1" fmla="*/ 200 w 28581"/>
                    <a:gd name="connsiteY1" fmla="*/ 105 h 8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581" h="8158">
                      <a:moveTo>
                        <a:pt x="28781" y="105"/>
                      </a:moveTo>
                      <a:lnTo>
                        <a:pt x="200" y="105"/>
                      </a:lnTo>
                    </a:path>
                  </a:pathLst>
                </a:custGeom>
                <a:solidFill>
                  <a:srgbClr val="000000"/>
                </a:solidFill>
                <a:ln w="6520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任意形状 125">
                  <a:extLst>
                    <a:ext uri="{FF2B5EF4-FFF2-40B4-BE49-F238E27FC236}">
                      <a16:creationId xmlns:a16="http://schemas.microsoft.com/office/drawing/2014/main" id="{A88C0374-65BC-189E-B723-3CAEC1E57613}"/>
                    </a:ext>
                  </a:extLst>
                </p:cNvPr>
                <p:cNvSpPr/>
                <p:nvPr/>
              </p:nvSpPr>
              <p:spPr>
                <a:xfrm>
                  <a:off x="4680221" y="3268355"/>
                  <a:ext cx="28581" cy="8158"/>
                </a:xfrm>
                <a:custGeom>
                  <a:avLst/>
                  <a:gdLst>
                    <a:gd name="connsiteX0" fmla="*/ 28781 w 28581"/>
                    <a:gd name="connsiteY0" fmla="*/ 50 h 8158"/>
                    <a:gd name="connsiteX1" fmla="*/ 200 w 28581"/>
                    <a:gd name="connsiteY1" fmla="*/ 50 h 8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581" h="8158">
                      <a:moveTo>
                        <a:pt x="28781" y="50"/>
                      </a:moveTo>
                      <a:lnTo>
                        <a:pt x="200" y="50"/>
                      </a:lnTo>
                    </a:path>
                  </a:pathLst>
                </a:custGeom>
                <a:solidFill>
                  <a:srgbClr val="000000"/>
                </a:solidFill>
                <a:ln w="6520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7" name="图片 15">
                <a:extLst>
                  <a:ext uri="{FF2B5EF4-FFF2-40B4-BE49-F238E27FC236}">
                    <a16:creationId xmlns:a16="http://schemas.microsoft.com/office/drawing/2014/main" id="{AE7AB98F-5C0B-2F51-03CE-5A3FBA541BD9}"/>
                  </a:ext>
                </a:extLst>
              </p:cNvPr>
              <p:cNvGrpSpPr/>
              <p:nvPr/>
            </p:nvGrpSpPr>
            <p:grpSpPr>
              <a:xfrm>
                <a:off x="4746497" y="2941825"/>
                <a:ext cx="1113306" cy="855004"/>
                <a:chOff x="4746497" y="2941825"/>
                <a:chExt cx="1113306" cy="855004"/>
              </a:xfrm>
            </p:grpSpPr>
            <p:sp>
              <p:nvSpPr>
                <p:cNvPr id="128" name="任意形状 127">
                  <a:extLst>
                    <a:ext uri="{FF2B5EF4-FFF2-40B4-BE49-F238E27FC236}">
                      <a16:creationId xmlns:a16="http://schemas.microsoft.com/office/drawing/2014/main" id="{0A378FFD-414A-EEC4-AB14-C5226E9883F5}"/>
                    </a:ext>
                  </a:extLst>
                </p:cNvPr>
                <p:cNvSpPr/>
                <p:nvPr/>
              </p:nvSpPr>
              <p:spPr>
                <a:xfrm>
                  <a:off x="4762830" y="2958142"/>
                  <a:ext cx="1080641" cy="822370"/>
                </a:xfrm>
                <a:custGeom>
                  <a:avLst/>
                  <a:gdLst>
                    <a:gd name="connsiteX0" fmla="*/ 0 w 1080641"/>
                    <a:gd name="connsiteY0" fmla="*/ 755578 h 822370"/>
                    <a:gd name="connsiteX1" fmla="*/ 108071 w 1080641"/>
                    <a:gd name="connsiteY1" fmla="*/ 755839 h 822370"/>
                    <a:gd name="connsiteX2" fmla="*/ 216133 w 1080641"/>
                    <a:gd name="connsiteY2" fmla="*/ 822371 h 822370"/>
                    <a:gd name="connsiteX3" fmla="*/ 324196 w 1080641"/>
                    <a:gd name="connsiteY3" fmla="*/ 818129 h 822370"/>
                    <a:gd name="connsiteX4" fmla="*/ 432258 w 1080641"/>
                    <a:gd name="connsiteY4" fmla="*/ 812083 h 822370"/>
                    <a:gd name="connsiteX5" fmla="*/ 540321 w 1080641"/>
                    <a:gd name="connsiteY5" fmla="*/ 761436 h 822370"/>
                    <a:gd name="connsiteX6" fmla="*/ 648391 w 1080641"/>
                    <a:gd name="connsiteY6" fmla="*/ 707521 h 822370"/>
                    <a:gd name="connsiteX7" fmla="*/ 756454 w 1080641"/>
                    <a:gd name="connsiteY7" fmla="*/ 564735 h 822370"/>
                    <a:gd name="connsiteX8" fmla="*/ 864516 w 1080641"/>
                    <a:gd name="connsiteY8" fmla="*/ 323551 h 822370"/>
                    <a:gd name="connsiteX9" fmla="*/ 972579 w 1080641"/>
                    <a:gd name="connsiteY9" fmla="*/ 96117 h 822370"/>
                    <a:gd name="connsiteX10" fmla="*/ 1080642 w 1080641"/>
                    <a:gd name="connsiteY10" fmla="*/ 0 h 822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80641" h="822370">
                      <a:moveTo>
                        <a:pt x="0" y="755578"/>
                      </a:moveTo>
                      <a:lnTo>
                        <a:pt x="108071" y="755839"/>
                      </a:lnTo>
                      <a:lnTo>
                        <a:pt x="216133" y="822371"/>
                      </a:lnTo>
                      <a:lnTo>
                        <a:pt x="324196" y="818129"/>
                      </a:lnTo>
                      <a:lnTo>
                        <a:pt x="432258" y="812083"/>
                      </a:lnTo>
                      <a:lnTo>
                        <a:pt x="540321" y="761436"/>
                      </a:lnTo>
                      <a:lnTo>
                        <a:pt x="648391" y="707521"/>
                      </a:lnTo>
                      <a:lnTo>
                        <a:pt x="756454" y="564735"/>
                      </a:lnTo>
                      <a:lnTo>
                        <a:pt x="864516" y="323551"/>
                      </a:lnTo>
                      <a:lnTo>
                        <a:pt x="972579" y="96117"/>
                      </a:lnTo>
                      <a:lnTo>
                        <a:pt x="1080642" y="0"/>
                      </a:lnTo>
                    </a:path>
                  </a:pathLst>
                </a:custGeom>
                <a:noFill/>
                <a:ln w="16299" cap="sq">
                  <a:solidFill>
                    <a:srgbClr val="008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9" name="图片 15">
                  <a:extLst>
                    <a:ext uri="{FF2B5EF4-FFF2-40B4-BE49-F238E27FC236}">
                      <a16:creationId xmlns:a16="http://schemas.microsoft.com/office/drawing/2014/main" id="{646ED7DA-695A-37D5-59B1-2B73D506AEF7}"/>
                    </a:ext>
                  </a:extLst>
                </p:cNvPr>
                <p:cNvGrpSpPr/>
                <p:nvPr/>
              </p:nvGrpSpPr>
              <p:grpSpPr>
                <a:xfrm>
                  <a:off x="4746497" y="2941825"/>
                  <a:ext cx="1113306" cy="855004"/>
                  <a:chOff x="4746497" y="2941825"/>
                  <a:chExt cx="1113306" cy="855004"/>
                </a:xfrm>
              </p:grpSpPr>
              <p:sp>
                <p:nvSpPr>
                  <p:cNvPr id="130" name="任意形状 129">
                    <a:extLst>
                      <a:ext uri="{FF2B5EF4-FFF2-40B4-BE49-F238E27FC236}">
                        <a16:creationId xmlns:a16="http://schemas.microsoft.com/office/drawing/2014/main" id="{47CE544E-E93D-48F6-4FCC-91C0B87B1D28}"/>
                      </a:ext>
                    </a:extLst>
                  </p:cNvPr>
                  <p:cNvSpPr/>
                  <p:nvPr/>
                </p:nvSpPr>
                <p:spPr>
                  <a:xfrm>
                    <a:off x="4746497" y="3697403"/>
                    <a:ext cx="32664" cy="32633"/>
                  </a:xfrm>
                  <a:custGeom>
                    <a:avLst/>
                    <a:gdLst>
                      <a:gd name="connsiteX0" fmla="*/ 16539 w 32664"/>
                      <a:gd name="connsiteY0" fmla="*/ 32739 h 32633"/>
                      <a:gd name="connsiteX1" fmla="*/ 28087 w 32664"/>
                      <a:gd name="connsiteY1" fmla="*/ 27959 h 32633"/>
                      <a:gd name="connsiteX2" fmla="*/ 32871 w 32664"/>
                      <a:gd name="connsiteY2" fmla="*/ 16422 h 32633"/>
                      <a:gd name="connsiteX3" fmla="*/ 28087 w 32664"/>
                      <a:gd name="connsiteY3" fmla="*/ 4884 h 32633"/>
                      <a:gd name="connsiteX4" fmla="*/ 16539 w 32664"/>
                      <a:gd name="connsiteY4" fmla="*/ 105 h 32633"/>
                      <a:gd name="connsiteX5" fmla="*/ 4990 w 32664"/>
                      <a:gd name="connsiteY5" fmla="*/ 4884 h 32633"/>
                      <a:gd name="connsiteX6" fmla="*/ 207 w 32664"/>
                      <a:gd name="connsiteY6" fmla="*/ 16422 h 32633"/>
                      <a:gd name="connsiteX7" fmla="*/ 4990 w 32664"/>
                      <a:gd name="connsiteY7" fmla="*/ 27959 h 32633"/>
                      <a:gd name="connsiteX8" fmla="*/ 16539 w 32664"/>
                      <a:gd name="connsiteY8" fmla="*/ 32739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539" y="32739"/>
                        </a:moveTo>
                        <a:cubicBezTo>
                          <a:pt x="20870" y="32739"/>
                          <a:pt x="25025" y="31019"/>
                          <a:pt x="28087" y="27959"/>
                        </a:cubicBezTo>
                        <a:cubicBezTo>
                          <a:pt x="31150" y="24900"/>
                          <a:pt x="32871" y="20749"/>
                          <a:pt x="32871" y="16422"/>
                        </a:cubicBezTo>
                        <a:cubicBezTo>
                          <a:pt x="32871" y="12094"/>
                          <a:pt x="31150" y="7944"/>
                          <a:pt x="28087" y="4884"/>
                        </a:cubicBezTo>
                        <a:cubicBezTo>
                          <a:pt x="25025" y="1824"/>
                          <a:pt x="20870" y="105"/>
                          <a:pt x="16539" y="105"/>
                        </a:cubicBezTo>
                        <a:cubicBezTo>
                          <a:pt x="12207" y="105"/>
                          <a:pt x="8053" y="1824"/>
                          <a:pt x="4990" y="4884"/>
                        </a:cubicBezTo>
                        <a:cubicBezTo>
                          <a:pt x="1927" y="7944"/>
                          <a:pt x="207" y="12094"/>
                          <a:pt x="207" y="16422"/>
                        </a:cubicBezTo>
                        <a:cubicBezTo>
                          <a:pt x="207" y="20749"/>
                          <a:pt x="1927" y="24900"/>
                          <a:pt x="4990" y="27959"/>
                        </a:cubicBezTo>
                        <a:cubicBezTo>
                          <a:pt x="8053" y="31019"/>
                          <a:pt x="12207" y="32739"/>
                          <a:pt x="16539" y="32739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任意形状 130">
                    <a:extLst>
                      <a:ext uri="{FF2B5EF4-FFF2-40B4-BE49-F238E27FC236}">
                        <a16:creationId xmlns:a16="http://schemas.microsoft.com/office/drawing/2014/main" id="{EAAB40CB-6A1A-43FB-3DE5-1F4C89983B4B}"/>
                      </a:ext>
                    </a:extLst>
                  </p:cNvPr>
                  <p:cNvSpPr/>
                  <p:nvPr/>
                </p:nvSpPr>
                <p:spPr>
                  <a:xfrm>
                    <a:off x="4854568" y="3697664"/>
                    <a:ext cx="32664" cy="32633"/>
                  </a:xfrm>
                  <a:custGeom>
                    <a:avLst/>
                    <a:gdLst>
                      <a:gd name="connsiteX0" fmla="*/ 16552 w 32664"/>
                      <a:gd name="connsiteY0" fmla="*/ 32739 h 32633"/>
                      <a:gd name="connsiteX1" fmla="*/ 28101 w 32664"/>
                      <a:gd name="connsiteY1" fmla="*/ 27960 h 32633"/>
                      <a:gd name="connsiteX2" fmla="*/ 32884 w 32664"/>
                      <a:gd name="connsiteY2" fmla="*/ 16422 h 32633"/>
                      <a:gd name="connsiteX3" fmla="*/ 28101 w 32664"/>
                      <a:gd name="connsiteY3" fmla="*/ 4884 h 32633"/>
                      <a:gd name="connsiteX4" fmla="*/ 16552 w 32664"/>
                      <a:gd name="connsiteY4" fmla="*/ 105 h 32633"/>
                      <a:gd name="connsiteX5" fmla="*/ 5003 w 32664"/>
                      <a:gd name="connsiteY5" fmla="*/ 4884 h 32633"/>
                      <a:gd name="connsiteX6" fmla="*/ 220 w 32664"/>
                      <a:gd name="connsiteY6" fmla="*/ 16422 h 32633"/>
                      <a:gd name="connsiteX7" fmla="*/ 5003 w 32664"/>
                      <a:gd name="connsiteY7" fmla="*/ 27960 h 32633"/>
                      <a:gd name="connsiteX8" fmla="*/ 16552 w 32664"/>
                      <a:gd name="connsiteY8" fmla="*/ 32739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552" y="32739"/>
                        </a:moveTo>
                        <a:cubicBezTo>
                          <a:pt x="20883" y="32739"/>
                          <a:pt x="25038" y="31019"/>
                          <a:pt x="28101" y="27960"/>
                        </a:cubicBezTo>
                        <a:cubicBezTo>
                          <a:pt x="31163" y="24900"/>
                          <a:pt x="32884" y="20749"/>
                          <a:pt x="32884" y="16422"/>
                        </a:cubicBezTo>
                        <a:cubicBezTo>
                          <a:pt x="32884" y="12094"/>
                          <a:pt x="31163" y="7944"/>
                          <a:pt x="28101" y="4884"/>
                        </a:cubicBezTo>
                        <a:cubicBezTo>
                          <a:pt x="25038" y="1824"/>
                          <a:pt x="20883" y="105"/>
                          <a:pt x="16552" y="105"/>
                        </a:cubicBezTo>
                        <a:cubicBezTo>
                          <a:pt x="12221" y="105"/>
                          <a:pt x="8066" y="1824"/>
                          <a:pt x="5003" y="4884"/>
                        </a:cubicBezTo>
                        <a:cubicBezTo>
                          <a:pt x="1941" y="7944"/>
                          <a:pt x="220" y="12094"/>
                          <a:pt x="220" y="16422"/>
                        </a:cubicBezTo>
                        <a:cubicBezTo>
                          <a:pt x="220" y="20749"/>
                          <a:pt x="1941" y="24900"/>
                          <a:pt x="5003" y="27960"/>
                        </a:cubicBezTo>
                        <a:cubicBezTo>
                          <a:pt x="8066" y="31019"/>
                          <a:pt x="12221" y="32739"/>
                          <a:pt x="16552" y="32739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任意形状 131">
                    <a:extLst>
                      <a:ext uri="{FF2B5EF4-FFF2-40B4-BE49-F238E27FC236}">
                        <a16:creationId xmlns:a16="http://schemas.microsoft.com/office/drawing/2014/main" id="{2B6A694B-076A-0273-782A-C8B088F24AA5}"/>
                      </a:ext>
                    </a:extLst>
                  </p:cNvPr>
                  <p:cNvSpPr/>
                  <p:nvPr/>
                </p:nvSpPr>
                <p:spPr>
                  <a:xfrm>
                    <a:off x="4962631" y="3764196"/>
                    <a:ext cx="32664" cy="32633"/>
                  </a:xfrm>
                  <a:custGeom>
                    <a:avLst/>
                    <a:gdLst>
                      <a:gd name="connsiteX0" fmla="*/ 16565 w 32664"/>
                      <a:gd name="connsiteY0" fmla="*/ 32747 h 32633"/>
                      <a:gd name="connsiteX1" fmla="*/ 28114 w 32664"/>
                      <a:gd name="connsiteY1" fmla="*/ 27968 h 32633"/>
                      <a:gd name="connsiteX2" fmla="*/ 32898 w 32664"/>
                      <a:gd name="connsiteY2" fmla="*/ 16430 h 32633"/>
                      <a:gd name="connsiteX3" fmla="*/ 28114 w 32664"/>
                      <a:gd name="connsiteY3" fmla="*/ 4892 h 32633"/>
                      <a:gd name="connsiteX4" fmla="*/ 16565 w 32664"/>
                      <a:gd name="connsiteY4" fmla="*/ 113 h 32633"/>
                      <a:gd name="connsiteX5" fmla="*/ 5017 w 32664"/>
                      <a:gd name="connsiteY5" fmla="*/ 4892 h 32633"/>
                      <a:gd name="connsiteX6" fmla="*/ 233 w 32664"/>
                      <a:gd name="connsiteY6" fmla="*/ 16430 h 32633"/>
                      <a:gd name="connsiteX7" fmla="*/ 5017 w 32664"/>
                      <a:gd name="connsiteY7" fmla="*/ 27968 h 32633"/>
                      <a:gd name="connsiteX8" fmla="*/ 16565 w 32664"/>
                      <a:gd name="connsiteY8" fmla="*/ 32747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565" y="32747"/>
                        </a:moveTo>
                        <a:cubicBezTo>
                          <a:pt x="20897" y="32747"/>
                          <a:pt x="25051" y="31028"/>
                          <a:pt x="28114" y="27968"/>
                        </a:cubicBezTo>
                        <a:cubicBezTo>
                          <a:pt x="31177" y="24908"/>
                          <a:pt x="32898" y="20757"/>
                          <a:pt x="32898" y="16430"/>
                        </a:cubicBezTo>
                        <a:cubicBezTo>
                          <a:pt x="32898" y="12103"/>
                          <a:pt x="31177" y="7952"/>
                          <a:pt x="28114" y="4892"/>
                        </a:cubicBezTo>
                        <a:cubicBezTo>
                          <a:pt x="25051" y="1832"/>
                          <a:pt x="20897" y="113"/>
                          <a:pt x="16565" y="113"/>
                        </a:cubicBezTo>
                        <a:cubicBezTo>
                          <a:pt x="12234" y="113"/>
                          <a:pt x="8079" y="1832"/>
                          <a:pt x="5017" y="4892"/>
                        </a:cubicBezTo>
                        <a:cubicBezTo>
                          <a:pt x="1954" y="7952"/>
                          <a:pt x="233" y="12103"/>
                          <a:pt x="233" y="16430"/>
                        </a:cubicBezTo>
                        <a:cubicBezTo>
                          <a:pt x="233" y="20757"/>
                          <a:pt x="1954" y="24908"/>
                          <a:pt x="5017" y="27968"/>
                        </a:cubicBezTo>
                        <a:cubicBezTo>
                          <a:pt x="8079" y="31028"/>
                          <a:pt x="12234" y="32747"/>
                          <a:pt x="16565" y="32747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任意形状 139">
                    <a:extLst>
                      <a:ext uri="{FF2B5EF4-FFF2-40B4-BE49-F238E27FC236}">
                        <a16:creationId xmlns:a16="http://schemas.microsoft.com/office/drawing/2014/main" id="{D9EE0EC7-EF07-5A44-2671-595D4B6E70F5}"/>
                      </a:ext>
                    </a:extLst>
                  </p:cNvPr>
                  <p:cNvSpPr/>
                  <p:nvPr/>
                </p:nvSpPr>
                <p:spPr>
                  <a:xfrm>
                    <a:off x="5070693" y="3759953"/>
                    <a:ext cx="32664" cy="32633"/>
                  </a:xfrm>
                  <a:custGeom>
                    <a:avLst/>
                    <a:gdLst>
                      <a:gd name="connsiteX0" fmla="*/ 16579 w 32664"/>
                      <a:gd name="connsiteY0" fmla="*/ 32746 h 32633"/>
                      <a:gd name="connsiteX1" fmla="*/ 28127 w 32664"/>
                      <a:gd name="connsiteY1" fmla="*/ 27967 h 32633"/>
                      <a:gd name="connsiteX2" fmla="*/ 32911 w 32664"/>
                      <a:gd name="connsiteY2" fmla="*/ 16429 h 32633"/>
                      <a:gd name="connsiteX3" fmla="*/ 28127 w 32664"/>
                      <a:gd name="connsiteY3" fmla="*/ 4892 h 32633"/>
                      <a:gd name="connsiteX4" fmla="*/ 16579 w 32664"/>
                      <a:gd name="connsiteY4" fmla="*/ 113 h 32633"/>
                      <a:gd name="connsiteX5" fmla="*/ 5030 w 32664"/>
                      <a:gd name="connsiteY5" fmla="*/ 4892 h 32633"/>
                      <a:gd name="connsiteX6" fmla="*/ 246 w 32664"/>
                      <a:gd name="connsiteY6" fmla="*/ 16429 h 32633"/>
                      <a:gd name="connsiteX7" fmla="*/ 5030 w 32664"/>
                      <a:gd name="connsiteY7" fmla="*/ 27967 h 32633"/>
                      <a:gd name="connsiteX8" fmla="*/ 16579 w 32664"/>
                      <a:gd name="connsiteY8" fmla="*/ 32746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579" y="32746"/>
                        </a:moveTo>
                        <a:cubicBezTo>
                          <a:pt x="20910" y="32746"/>
                          <a:pt x="25064" y="31027"/>
                          <a:pt x="28127" y="27967"/>
                        </a:cubicBezTo>
                        <a:cubicBezTo>
                          <a:pt x="31190" y="24907"/>
                          <a:pt x="32911" y="20757"/>
                          <a:pt x="32911" y="16429"/>
                        </a:cubicBezTo>
                        <a:cubicBezTo>
                          <a:pt x="32911" y="12102"/>
                          <a:pt x="31190" y="7951"/>
                          <a:pt x="28127" y="4892"/>
                        </a:cubicBezTo>
                        <a:cubicBezTo>
                          <a:pt x="25064" y="1832"/>
                          <a:pt x="20910" y="113"/>
                          <a:pt x="16579" y="113"/>
                        </a:cubicBezTo>
                        <a:cubicBezTo>
                          <a:pt x="12247" y="113"/>
                          <a:pt x="8093" y="1832"/>
                          <a:pt x="5030" y="4892"/>
                        </a:cubicBezTo>
                        <a:cubicBezTo>
                          <a:pt x="1967" y="7951"/>
                          <a:pt x="246" y="12102"/>
                          <a:pt x="246" y="16429"/>
                        </a:cubicBezTo>
                        <a:cubicBezTo>
                          <a:pt x="246" y="20757"/>
                          <a:pt x="1967" y="24907"/>
                          <a:pt x="5030" y="27967"/>
                        </a:cubicBezTo>
                        <a:cubicBezTo>
                          <a:pt x="8093" y="31027"/>
                          <a:pt x="12247" y="32746"/>
                          <a:pt x="16579" y="3274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任意形状 141">
                    <a:extLst>
                      <a:ext uri="{FF2B5EF4-FFF2-40B4-BE49-F238E27FC236}">
                        <a16:creationId xmlns:a16="http://schemas.microsoft.com/office/drawing/2014/main" id="{88445977-592C-FECA-A2C8-B3213D97AD80}"/>
                      </a:ext>
                    </a:extLst>
                  </p:cNvPr>
                  <p:cNvSpPr/>
                  <p:nvPr/>
                </p:nvSpPr>
                <p:spPr>
                  <a:xfrm>
                    <a:off x="5178756" y="3753908"/>
                    <a:ext cx="32664" cy="32633"/>
                  </a:xfrm>
                  <a:custGeom>
                    <a:avLst/>
                    <a:gdLst>
                      <a:gd name="connsiteX0" fmla="*/ 16592 w 32664"/>
                      <a:gd name="connsiteY0" fmla="*/ 32746 h 32633"/>
                      <a:gd name="connsiteX1" fmla="*/ 28140 w 32664"/>
                      <a:gd name="connsiteY1" fmla="*/ 27966 h 32633"/>
                      <a:gd name="connsiteX2" fmla="*/ 32924 w 32664"/>
                      <a:gd name="connsiteY2" fmla="*/ 16429 h 32633"/>
                      <a:gd name="connsiteX3" fmla="*/ 28140 w 32664"/>
                      <a:gd name="connsiteY3" fmla="*/ 4891 h 32633"/>
                      <a:gd name="connsiteX4" fmla="*/ 16592 w 32664"/>
                      <a:gd name="connsiteY4" fmla="*/ 112 h 32633"/>
                      <a:gd name="connsiteX5" fmla="*/ 5043 w 32664"/>
                      <a:gd name="connsiteY5" fmla="*/ 4891 h 32633"/>
                      <a:gd name="connsiteX6" fmla="*/ 259 w 32664"/>
                      <a:gd name="connsiteY6" fmla="*/ 16429 h 32633"/>
                      <a:gd name="connsiteX7" fmla="*/ 5043 w 32664"/>
                      <a:gd name="connsiteY7" fmla="*/ 27966 h 32633"/>
                      <a:gd name="connsiteX8" fmla="*/ 16592 w 32664"/>
                      <a:gd name="connsiteY8" fmla="*/ 32746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592" y="32746"/>
                        </a:moveTo>
                        <a:cubicBezTo>
                          <a:pt x="20923" y="32746"/>
                          <a:pt x="25078" y="31026"/>
                          <a:pt x="28140" y="27966"/>
                        </a:cubicBezTo>
                        <a:cubicBezTo>
                          <a:pt x="31203" y="24907"/>
                          <a:pt x="32924" y="20756"/>
                          <a:pt x="32924" y="16429"/>
                        </a:cubicBezTo>
                        <a:cubicBezTo>
                          <a:pt x="32924" y="12101"/>
                          <a:pt x="31203" y="7951"/>
                          <a:pt x="28140" y="4891"/>
                        </a:cubicBezTo>
                        <a:cubicBezTo>
                          <a:pt x="25078" y="1831"/>
                          <a:pt x="20923" y="112"/>
                          <a:pt x="16592" y="112"/>
                        </a:cubicBezTo>
                        <a:cubicBezTo>
                          <a:pt x="12260" y="112"/>
                          <a:pt x="8106" y="1831"/>
                          <a:pt x="5043" y="4891"/>
                        </a:cubicBezTo>
                        <a:cubicBezTo>
                          <a:pt x="1980" y="7951"/>
                          <a:pt x="259" y="12101"/>
                          <a:pt x="259" y="16429"/>
                        </a:cubicBezTo>
                        <a:cubicBezTo>
                          <a:pt x="259" y="20756"/>
                          <a:pt x="1980" y="24907"/>
                          <a:pt x="5043" y="27966"/>
                        </a:cubicBezTo>
                        <a:cubicBezTo>
                          <a:pt x="8106" y="31026"/>
                          <a:pt x="12260" y="32746"/>
                          <a:pt x="16592" y="3274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任意形状 145">
                    <a:extLst>
                      <a:ext uri="{FF2B5EF4-FFF2-40B4-BE49-F238E27FC236}">
                        <a16:creationId xmlns:a16="http://schemas.microsoft.com/office/drawing/2014/main" id="{BF26E957-96FF-2A48-CF75-C3264821290B}"/>
                      </a:ext>
                    </a:extLst>
                  </p:cNvPr>
                  <p:cNvSpPr/>
                  <p:nvPr/>
                </p:nvSpPr>
                <p:spPr>
                  <a:xfrm>
                    <a:off x="5286818" y="3703260"/>
                    <a:ext cx="32664" cy="32633"/>
                  </a:xfrm>
                  <a:custGeom>
                    <a:avLst/>
                    <a:gdLst>
                      <a:gd name="connsiteX0" fmla="*/ 16605 w 32664"/>
                      <a:gd name="connsiteY0" fmla="*/ 32739 h 32633"/>
                      <a:gd name="connsiteX1" fmla="*/ 28154 w 32664"/>
                      <a:gd name="connsiteY1" fmla="*/ 27960 h 32633"/>
                      <a:gd name="connsiteX2" fmla="*/ 32937 w 32664"/>
                      <a:gd name="connsiteY2" fmla="*/ 16422 h 32633"/>
                      <a:gd name="connsiteX3" fmla="*/ 28154 w 32664"/>
                      <a:gd name="connsiteY3" fmla="*/ 4885 h 32633"/>
                      <a:gd name="connsiteX4" fmla="*/ 16605 w 32664"/>
                      <a:gd name="connsiteY4" fmla="*/ 106 h 32633"/>
                      <a:gd name="connsiteX5" fmla="*/ 5056 w 32664"/>
                      <a:gd name="connsiteY5" fmla="*/ 4885 h 32633"/>
                      <a:gd name="connsiteX6" fmla="*/ 273 w 32664"/>
                      <a:gd name="connsiteY6" fmla="*/ 16422 h 32633"/>
                      <a:gd name="connsiteX7" fmla="*/ 5056 w 32664"/>
                      <a:gd name="connsiteY7" fmla="*/ 27960 h 32633"/>
                      <a:gd name="connsiteX8" fmla="*/ 16605 w 32664"/>
                      <a:gd name="connsiteY8" fmla="*/ 32739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05" y="32739"/>
                        </a:moveTo>
                        <a:cubicBezTo>
                          <a:pt x="20936" y="32739"/>
                          <a:pt x="25091" y="31020"/>
                          <a:pt x="28154" y="27960"/>
                        </a:cubicBezTo>
                        <a:cubicBezTo>
                          <a:pt x="31216" y="24900"/>
                          <a:pt x="32937" y="20750"/>
                          <a:pt x="32937" y="16422"/>
                        </a:cubicBezTo>
                        <a:cubicBezTo>
                          <a:pt x="32937" y="12095"/>
                          <a:pt x="31216" y="7945"/>
                          <a:pt x="28154" y="4885"/>
                        </a:cubicBezTo>
                        <a:cubicBezTo>
                          <a:pt x="25091" y="1825"/>
                          <a:pt x="20936" y="106"/>
                          <a:pt x="16605" y="106"/>
                        </a:cubicBezTo>
                        <a:cubicBezTo>
                          <a:pt x="12274" y="106"/>
                          <a:pt x="8119" y="1825"/>
                          <a:pt x="5056" y="4885"/>
                        </a:cubicBezTo>
                        <a:cubicBezTo>
                          <a:pt x="1994" y="7945"/>
                          <a:pt x="273" y="12095"/>
                          <a:pt x="273" y="16422"/>
                        </a:cubicBezTo>
                        <a:cubicBezTo>
                          <a:pt x="273" y="20750"/>
                          <a:pt x="1994" y="24900"/>
                          <a:pt x="5056" y="27960"/>
                        </a:cubicBezTo>
                        <a:cubicBezTo>
                          <a:pt x="8119" y="31020"/>
                          <a:pt x="12274" y="32739"/>
                          <a:pt x="16605" y="32739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任意形状 147">
                    <a:extLst>
                      <a:ext uri="{FF2B5EF4-FFF2-40B4-BE49-F238E27FC236}">
                        <a16:creationId xmlns:a16="http://schemas.microsoft.com/office/drawing/2014/main" id="{43453034-5AB6-F8D0-E48F-27413CEC91D7}"/>
                      </a:ext>
                    </a:extLst>
                  </p:cNvPr>
                  <p:cNvSpPr/>
                  <p:nvPr/>
                </p:nvSpPr>
                <p:spPr>
                  <a:xfrm>
                    <a:off x="5394889" y="3649346"/>
                    <a:ext cx="32664" cy="32633"/>
                  </a:xfrm>
                  <a:custGeom>
                    <a:avLst/>
                    <a:gdLst>
                      <a:gd name="connsiteX0" fmla="*/ 16618 w 32664"/>
                      <a:gd name="connsiteY0" fmla="*/ 32733 h 32633"/>
                      <a:gd name="connsiteX1" fmla="*/ 28167 w 32664"/>
                      <a:gd name="connsiteY1" fmla="*/ 27954 h 32633"/>
                      <a:gd name="connsiteX2" fmla="*/ 32951 w 32664"/>
                      <a:gd name="connsiteY2" fmla="*/ 16416 h 32633"/>
                      <a:gd name="connsiteX3" fmla="*/ 28167 w 32664"/>
                      <a:gd name="connsiteY3" fmla="*/ 4878 h 32633"/>
                      <a:gd name="connsiteX4" fmla="*/ 16618 w 32664"/>
                      <a:gd name="connsiteY4" fmla="*/ 99 h 32633"/>
                      <a:gd name="connsiteX5" fmla="*/ 5070 w 32664"/>
                      <a:gd name="connsiteY5" fmla="*/ 4878 h 32633"/>
                      <a:gd name="connsiteX6" fmla="*/ 286 w 32664"/>
                      <a:gd name="connsiteY6" fmla="*/ 16416 h 32633"/>
                      <a:gd name="connsiteX7" fmla="*/ 5070 w 32664"/>
                      <a:gd name="connsiteY7" fmla="*/ 27954 h 32633"/>
                      <a:gd name="connsiteX8" fmla="*/ 16618 w 32664"/>
                      <a:gd name="connsiteY8" fmla="*/ 32733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18" y="32733"/>
                        </a:moveTo>
                        <a:cubicBezTo>
                          <a:pt x="20950" y="32733"/>
                          <a:pt x="25104" y="31014"/>
                          <a:pt x="28167" y="27954"/>
                        </a:cubicBezTo>
                        <a:cubicBezTo>
                          <a:pt x="31230" y="24894"/>
                          <a:pt x="32951" y="20743"/>
                          <a:pt x="32951" y="16416"/>
                        </a:cubicBezTo>
                        <a:cubicBezTo>
                          <a:pt x="32951" y="12089"/>
                          <a:pt x="31230" y="7938"/>
                          <a:pt x="28167" y="4878"/>
                        </a:cubicBezTo>
                        <a:cubicBezTo>
                          <a:pt x="25104" y="1818"/>
                          <a:pt x="20950" y="99"/>
                          <a:pt x="16618" y="99"/>
                        </a:cubicBezTo>
                        <a:cubicBezTo>
                          <a:pt x="12287" y="99"/>
                          <a:pt x="8132" y="1818"/>
                          <a:pt x="5070" y="4878"/>
                        </a:cubicBezTo>
                        <a:cubicBezTo>
                          <a:pt x="2007" y="7938"/>
                          <a:pt x="286" y="12089"/>
                          <a:pt x="286" y="16416"/>
                        </a:cubicBezTo>
                        <a:cubicBezTo>
                          <a:pt x="286" y="20743"/>
                          <a:pt x="2007" y="24894"/>
                          <a:pt x="5070" y="27954"/>
                        </a:cubicBezTo>
                        <a:cubicBezTo>
                          <a:pt x="8132" y="31014"/>
                          <a:pt x="12287" y="32733"/>
                          <a:pt x="16618" y="32733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任意形状 149">
                    <a:extLst>
                      <a:ext uri="{FF2B5EF4-FFF2-40B4-BE49-F238E27FC236}">
                        <a16:creationId xmlns:a16="http://schemas.microsoft.com/office/drawing/2014/main" id="{4296494D-8F4B-853D-AB77-6AC85B38CC9B}"/>
                      </a:ext>
                    </a:extLst>
                  </p:cNvPr>
                  <p:cNvSpPr/>
                  <p:nvPr/>
                </p:nvSpPr>
                <p:spPr>
                  <a:xfrm>
                    <a:off x="5502951" y="3506560"/>
                    <a:ext cx="32664" cy="32633"/>
                  </a:xfrm>
                  <a:custGeom>
                    <a:avLst/>
                    <a:gdLst>
                      <a:gd name="connsiteX0" fmla="*/ 16631 w 32664"/>
                      <a:gd name="connsiteY0" fmla="*/ 32715 h 32633"/>
                      <a:gd name="connsiteX1" fmla="*/ 28180 w 32664"/>
                      <a:gd name="connsiteY1" fmla="*/ 27936 h 32633"/>
                      <a:gd name="connsiteX2" fmla="*/ 32964 w 32664"/>
                      <a:gd name="connsiteY2" fmla="*/ 16398 h 32633"/>
                      <a:gd name="connsiteX3" fmla="*/ 28180 w 32664"/>
                      <a:gd name="connsiteY3" fmla="*/ 4861 h 32633"/>
                      <a:gd name="connsiteX4" fmla="*/ 16631 w 32664"/>
                      <a:gd name="connsiteY4" fmla="*/ 81 h 32633"/>
                      <a:gd name="connsiteX5" fmla="*/ 5083 w 32664"/>
                      <a:gd name="connsiteY5" fmla="*/ 4861 h 32633"/>
                      <a:gd name="connsiteX6" fmla="*/ 299 w 32664"/>
                      <a:gd name="connsiteY6" fmla="*/ 16398 h 32633"/>
                      <a:gd name="connsiteX7" fmla="*/ 5083 w 32664"/>
                      <a:gd name="connsiteY7" fmla="*/ 27936 h 32633"/>
                      <a:gd name="connsiteX8" fmla="*/ 16631 w 32664"/>
                      <a:gd name="connsiteY8" fmla="*/ 32715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31" y="32715"/>
                        </a:moveTo>
                        <a:cubicBezTo>
                          <a:pt x="20963" y="32715"/>
                          <a:pt x="25117" y="30996"/>
                          <a:pt x="28180" y="27936"/>
                        </a:cubicBezTo>
                        <a:cubicBezTo>
                          <a:pt x="31243" y="24876"/>
                          <a:pt x="32964" y="20726"/>
                          <a:pt x="32964" y="16398"/>
                        </a:cubicBezTo>
                        <a:cubicBezTo>
                          <a:pt x="32964" y="12071"/>
                          <a:pt x="31243" y="7920"/>
                          <a:pt x="28180" y="4861"/>
                        </a:cubicBezTo>
                        <a:cubicBezTo>
                          <a:pt x="25117" y="1801"/>
                          <a:pt x="20963" y="81"/>
                          <a:pt x="16631" y="81"/>
                        </a:cubicBezTo>
                        <a:cubicBezTo>
                          <a:pt x="12300" y="81"/>
                          <a:pt x="8146" y="1801"/>
                          <a:pt x="5083" y="4861"/>
                        </a:cubicBezTo>
                        <a:cubicBezTo>
                          <a:pt x="2020" y="7920"/>
                          <a:pt x="299" y="12071"/>
                          <a:pt x="299" y="16398"/>
                        </a:cubicBezTo>
                        <a:cubicBezTo>
                          <a:pt x="299" y="20726"/>
                          <a:pt x="2020" y="24876"/>
                          <a:pt x="5083" y="27936"/>
                        </a:cubicBezTo>
                        <a:cubicBezTo>
                          <a:pt x="8146" y="30996"/>
                          <a:pt x="12300" y="32715"/>
                          <a:pt x="16631" y="32715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" name="任意形状 150">
                    <a:extLst>
                      <a:ext uri="{FF2B5EF4-FFF2-40B4-BE49-F238E27FC236}">
                        <a16:creationId xmlns:a16="http://schemas.microsoft.com/office/drawing/2014/main" id="{C14D36B7-51D5-F977-AAA8-580E073BEAAC}"/>
                      </a:ext>
                    </a:extLst>
                  </p:cNvPr>
                  <p:cNvSpPr/>
                  <p:nvPr/>
                </p:nvSpPr>
                <p:spPr>
                  <a:xfrm>
                    <a:off x="5611014" y="3265376"/>
                    <a:ext cx="32664" cy="32633"/>
                  </a:xfrm>
                  <a:custGeom>
                    <a:avLst/>
                    <a:gdLst>
                      <a:gd name="connsiteX0" fmla="*/ 16645 w 32664"/>
                      <a:gd name="connsiteY0" fmla="*/ 32686 h 32633"/>
                      <a:gd name="connsiteX1" fmla="*/ 28193 w 32664"/>
                      <a:gd name="connsiteY1" fmla="*/ 27907 h 32633"/>
                      <a:gd name="connsiteX2" fmla="*/ 32977 w 32664"/>
                      <a:gd name="connsiteY2" fmla="*/ 16369 h 32633"/>
                      <a:gd name="connsiteX3" fmla="*/ 28193 w 32664"/>
                      <a:gd name="connsiteY3" fmla="*/ 4831 h 32633"/>
                      <a:gd name="connsiteX4" fmla="*/ 16645 w 32664"/>
                      <a:gd name="connsiteY4" fmla="*/ 52 h 32633"/>
                      <a:gd name="connsiteX5" fmla="*/ 5096 w 32664"/>
                      <a:gd name="connsiteY5" fmla="*/ 4831 h 32633"/>
                      <a:gd name="connsiteX6" fmla="*/ 312 w 32664"/>
                      <a:gd name="connsiteY6" fmla="*/ 16369 h 32633"/>
                      <a:gd name="connsiteX7" fmla="*/ 5096 w 32664"/>
                      <a:gd name="connsiteY7" fmla="*/ 27907 h 32633"/>
                      <a:gd name="connsiteX8" fmla="*/ 16645 w 32664"/>
                      <a:gd name="connsiteY8" fmla="*/ 32686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45" y="32686"/>
                        </a:moveTo>
                        <a:cubicBezTo>
                          <a:pt x="20976" y="32686"/>
                          <a:pt x="25131" y="30966"/>
                          <a:pt x="28193" y="27907"/>
                        </a:cubicBezTo>
                        <a:cubicBezTo>
                          <a:pt x="31256" y="24847"/>
                          <a:pt x="32977" y="20696"/>
                          <a:pt x="32977" y="16369"/>
                        </a:cubicBezTo>
                        <a:cubicBezTo>
                          <a:pt x="32977" y="12041"/>
                          <a:pt x="31256" y="7891"/>
                          <a:pt x="28193" y="4831"/>
                        </a:cubicBezTo>
                        <a:cubicBezTo>
                          <a:pt x="25131" y="1771"/>
                          <a:pt x="20976" y="52"/>
                          <a:pt x="16645" y="52"/>
                        </a:cubicBezTo>
                        <a:cubicBezTo>
                          <a:pt x="12313" y="52"/>
                          <a:pt x="8159" y="1771"/>
                          <a:pt x="5096" y="4831"/>
                        </a:cubicBezTo>
                        <a:cubicBezTo>
                          <a:pt x="2033" y="7891"/>
                          <a:pt x="312" y="12041"/>
                          <a:pt x="312" y="16369"/>
                        </a:cubicBezTo>
                        <a:cubicBezTo>
                          <a:pt x="312" y="20696"/>
                          <a:pt x="2033" y="24847"/>
                          <a:pt x="5096" y="27907"/>
                        </a:cubicBezTo>
                        <a:cubicBezTo>
                          <a:pt x="8159" y="30966"/>
                          <a:pt x="12313" y="32686"/>
                          <a:pt x="16645" y="3268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任意形状 152">
                    <a:extLst>
                      <a:ext uri="{FF2B5EF4-FFF2-40B4-BE49-F238E27FC236}">
                        <a16:creationId xmlns:a16="http://schemas.microsoft.com/office/drawing/2014/main" id="{C8DFF59B-C5A6-FF83-0909-DB88E8873A05}"/>
                      </a:ext>
                    </a:extLst>
                  </p:cNvPr>
                  <p:cNvSpPr/>
                  <p:nvPr/>
                </p:nvSpPr>
                <p:spPr>
                  <a:xfrm>
                    <a:off x="5719076" y="3037942"/>
                    <a:ext cx="32664" cy="32633"/>
                  </a:xfrm>
                  <a:custGeom>
                    <a:avLst/>
                    <a:gdLst>
                      <a:gd name="connsiteX0" fmla="*/ 16658 w 32664"/>
                      <a:gd name="connsiteY0" fmla="*/ 32658 h 32633"/>
                      <a:gd name="connsiteX1" fmla="*/ 28207 w 32664"/>
                      <a:gd name="connsiteY1" fmla="*/ 27879 h 32633"/>
                      <a:gd name="connsiteX2" fmla="*/ 32990 w 32664"/>
                      <a:gd name="connsiteY2" fmla="*/ 16341 h 32633"/>
                      <a:gd name="connsiteX3" fmla="*/ 28207 w 32664"/>
                      <a:gd name="connsiteY3" fmla="*/ 4803 h 32633"/>
                      <a:gd name="connsiteX4" fmla="*/ 16658 w 32664"/>
                      <a:gd name="connsiteY4" fmla="*/ 24 h 32633"/>
                      <a:gd name="connsiteX5" fmla="*/ 5109 w 32664"/>
                      <a:gd name="connsiteY5" fmla="*/ 4803 h 32633"/>
                      <a:gd name="connsiteX6" fmla="*/ 326 w 32664"/>
                      <a:gd name="connsiteY6" fmla="*/ 16341 h 32633"/>
                      <a:gd name="connsiteX7" fmla="*/ 5109 w 32664"/>
                      <a:gd name="connsiteY7" fmla="*/ 27879 h 32633"/>
                      <a:gd name="connsiteX8" fmla="*/ 16658 w 32664"/>
                      <a:gd name="connsiteY8" fmla="*/ 32658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58" y="32658"/>
                        </a:moveTo>
                        <a:cubicBezTo>
                          <a:pt x="20989" y="32658"/>
                          <a:pt x="25144" y="30939"/>
                          <a:pt x="28207" y="27879"/>
                        </a:cubicBezTo>
                        <a:cubicBezTo>
                          <a:pt x="31269" y="24819"/>
                          <a:pt x="32990" y="20668"/>
                          <a:pt x="32990" y="16341"/>
                        </a:cubicBezTo>
                        <a:cubicBezTo>
                          <a:pt x="32990" y="12014"/>
                          <a:pt x="31269" y="7863"/>
                          <a:pt x="28207" y="4803"/>
                        </a:cubicBezTo>
                        <a:cubicBezTo>
                          <a:pt x="25144" y="1743"/>
                          <a:pt x="20989" y="24"/>
                          <a:pt x="16658" y="24"/>
                        </a:cubicBezTo>
                        <a:cubicBezTo>
                          <a:pt x="12327" y="24"/>
                          <a:pt x="8172" y="1743"/>
                          <a:pt x="5109" y="4803"/>
                        </a:cubicBezTo>
                        <a:cubicBezTo>
                          <a:pt x="2047" y="7863"/>
                          <a:pt x="326" y="12014"/>
                          <a:pt x="326" y="16341"/>
                        </a:cubicBezTo>
                        <a:cubicBezTo>
                          <a:pt x="326" y="20668"/>
                          <a:pt x="2047" y="24819"/>
                          <a:pt x="5109" y="27879"/>
                        </a:cubicBezTo>
                        <a:cubicBezTo>
                          <a:pt x="8172" y="30939"/>
                          <a:pt x="12327" y="32658"/>
                          <a:pt x="16658" y="32658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任意形状 153">
                    <a:extLst>
                      <a:ext uri="{FF2B5EF4-FFF2-40B4-BE49-F238E27FC236}">
                        <a16:creationId xmlns:a16="http://schemas.microsoft.com/office/drawing/2014/main" id="{200C4982-75E6-1B2A-6018-C6A590032934}"/>
                      </a:ext>
                    </a:extLst>
                  </p:cNvPr>
                  <p:cNvSpPr/>
                  <p:nvPr/>
                </p:nvSpPr>
                <p:spPr>
                  <a:xfrm>
                    <a:off x="5827139" y="2941825"/>
                    <a:ext cx="32664" cy="32633"/>
                  </a:xfrm>
                  <a:custGeom>
                    <a:avLst/>
                    <a:gdLst>
                      <a:gd name="connsiteX0" fmla="*/ 16671 w 32664"/>
                      <a:gd name="connsiteY0" fmla="*/ 32646 h 32633"/>
                      <a:gd name="connsiteX1" fmla="*/ 28220 w 32664"/>
                      <a:gd name="connsiteY1" fmla="*/ 27867 h 32633"/>
                      <a:gd name="connsiteX2" fmla="*/ 33003 w 32664"/>
                      <a:gd name="connsiteY2" fmla="*/ 16329 h 32633"/>
                      <a:gd name="connsiteX3" fmla="*/ 28220 w 32664"/>
                      <a:gd name="connsiteY3" fmla="*/ 4791 h 32633"/>
                      <a:gd name="connsiteX4" fmla="*/ 16671 w 32664"/>
                      <a:gd name="connsiteY4" fmla="*/ 12 h 32633"/>
                      <a:gd name="connsiteX5" fmla="*/ 5123 w 32664"/>
                      <a:gd name="connsiteY5" fmla="*/ 4791 h 32633"/>
                      <a:gd name="connsiteX6" fmla="*/ 339 w 32664"/>
                      <a:gd name="connsiteY6" fmla="*/ 16329 h 32633"/>
                      <a:gd name="connsiteX7" fmla="*/ 5123 w 32664"/>
                      <a:gd name="connsiteY7" fmla="*/ 27867 h 32633"/>
                      <a:gd name="connsiteX8" fmla="*/ 16671 w 32664"/>
                      <a:gd name="connsiteY8" fmla="*/ 32646 h 32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2664" h="32633">
                        <a:moveTo>
                          <a:pt x="16671" y="32646"/>
                        </a:moveTo>
                        <a:cubicBezTo>
                          <a:pt x="21003" y="32646"/>
                          <a:pt x="25157" y="30927"/>
                          <a:pt x="28220" y="27867"/>
                        </a:cubicBezTo>
                        <a:cubicBezTo>
                          <a:pt x="31283" y="24807"/>
                          <a:pt x="33003" y="20656"/>
                          <a:pt x="33003" y="16329"/>
                        </a:cubicBezTo>
                        <a:cubicBezTo>
                          <a:pt x="33003" y="12002"/>
                          <a:pt x="31283" y="7851"/>
                          <a:pt x="28220" y="4791"/>
                        </a:cubicBezTo>
                        <a:cubicBezTo>
                          <a:pt x="25157" y="1731"/>
                          <a:pt x="21003" y="12"/>
                          <a:pt x="16671" y="12"/>
                        </a:cubicBezTo>
                        <a:cubicBezTo>
                          <a:pt x="12340" y="12"/>
                          <a:pt x="8185" y="1731"/>
                          <a:pt x="5123" y="4791"/>
                        </a:cubicBezTo>
                        <a:cubicBezTo>
                          <a:pt x="2060" y="7851"/>
                          <a:pt x="339" y="12002"/>
                          <a:pt x="339" y="16329"/>
                        </a:cubicBezTo>
                        <a:cubicBezTo>
                          <a:pt x="339" y="20656"/>
                          <a:pt x="2060" y="24807"/>
                          <a:pt x="5123" y="27867"/>
                        </a:cubicBezTo>
                        <a:cubicBezTo>
                          <a:pt x="8185" y="30927"/>
                          <a:pt x="12340" y="32646"/>
                          <a:pt x="16671" y="32646"/>
                        </a:cubicBezTo>
                        <a:close/>
                      </a:path>
                    </a:pathLst>
                  </a:custGeom>
                  <a:solidFill>
                    <a:srgbClr val="008000"/>
                  </a:solidFill>
                  <a:ln w="8149" cap="flat">
                    <a:solidFill>
                      <a:srgbClr val="008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6" name="任意形状 155">
                <a:extLst>
                  <a:ext uri="{FF2B5EF4-FFF2-40B4-BE49-F238E27FC236}">
                    <a16:creationId xmlns:a16="http://schemas.microsoft.com/office/drawing/2014/main" id="{7D974A4C-CBE3-81E1-B09B-E3C2CCC7CDC7}"/>
                  </a:ext>
                </a:extLst>
              </p:cNvPr>
              <p:cNvSpPr/>
              <p:nvPr/>
            </p:nvSpPr>
            <p:spPr>
              <a:xfrm>
                <a:off x="4830070" y="3673188"/>
                <a:ext cx="81661" cy="81584"/>
              </a:xfrm>
              <a:custGeom>
                <a:avLst/>
                <a:gdLst>
                  <a:gd name="connsiteX0" fmla="*/ 41050 w 81661"/>
                  <a:gd name="connsiteY0" fmla="*/ 81689 h 81584"/>
                  <a:gd name="connsiteX1" fmla="*/ 69922 w 81661"/>
                  <a:gd name="connsiteY1" fmla="*/ 69742 h 81584"/>
                  <a:gd name="connsiteX2" fmla="*/ 81881 w 81661"/>
                  <a:gd name="connsiteY2" fmla="*/ 40897 h 81584"/>
                  <a:gd name="connsiteX3" fmla="*/ 69922 w 81661"/>
                  <a:gd name="connsiteY3" fmla="*/ 12053 h 81584"/>
                  <a:gd name="connsiteX4" fmla="*/ 41050 w 81661"/>
                  <a:gd name="connsiteY4" fmla="*/ 105 h 81584"/>
                  <a:gd name="connsiteX5" fmla="*/ 12179 w 81661"/>
                  <a:gd name="connsiteY5" fmla="*/ 12053 h 81584"/>
                  <a:gd name="connsiteX6" fmla="*/ 220 w 81661"/>
                  <a:gd name="connsiteY6" fmla="*/ 40897 h 81584"/>
                  <a:gd name="connsiteX7" fmla="*/ 12179 w 81661"/>
                  <a:gd name="connsiteY7" fmla="*/ 69742 h 81584"/>
                  <a:gd name="connsiteX8" fmla="*/ 41050 w 81661"/>
                  <a:gd name="connsiteY8" fmla="*/ 81689 h 8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661" h="81584">
                    <a:moveTo>
                      <a:pt x="41050" y="81689"/>
                    </a:moveTo>
                    <a:cubicBezTo>
                      <a:pt x="51879" y="81689"/>
                      <a:pt x="62265" y="77391"/>
                      <a:pt x="69922" y="69742"/>
                    </a:cubicBezTo>
                    <a:cubicBezTo>
                      <a:pt x="77579" y="62092"/>
                      <a:pt x="81881" y="51715"/>
                      <a:pt x="81881" y="40897"/>
                    </a:cubicBezTo>
                    <a:cubicBezTo>
                      <a:pt x="81881" y="30079"/>
                      <a:pt x="77579" y="19702"/>
                      <a:pt x="69922" y="12053"/>
                    </a:cubicBezTo>
                    <a:cubicBezTo>
                      <a:pt x="62265" y="4403"/>
                      <a:pt x="51879" y="105"/>
                      <a:pt x="41050" y="105"/>
                    </a:cubicBezTo>
                    <a:cubicBezTo>
                      <a:pt x="30222" y="105"/>
                      <a:pt x="19836" y="4403"/>
                      <a:pt x="12179" y="12053"/>
                    </a:cubicBezTo>
                    <a:cubicBezTo>
                      <a:pt x="4522" y="19702"/>
                      <a:pt x="220" y="30079"/>
                      <a:pt x="220" y="40897"/>
                    </a:cubicBezTo>
                    <a:cubicBezTo>
                      <a:pt x="220" y="51715"/>
                      <a:pt x="4522" y="62092"/>
                      <a:pt x="12179" y="69742"/>
                    </a:cubicBezTo>
                    <a:cubicBezTo>
                      <a:pt x="19836" y="77391"/>
                      <a:pt x="30222" y="81689"/>
                      <a:pt x="41050" y="816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14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形状 156">
                <a:extLst>
                  <a:ext uri="{FF2B5EF4-FFF2-40B4-BE49-F238E27FC236}">
                    <a16:creationId xmlns:a16="http://schemas.microsoft.com/office/drawing/2014/main" id="{23A99F8E-297B-C626-9E9D-736293B3F6A9}"/>
                  </a:ext>
                </a:extLst>
              </p:cNvPr>
              <p:cNvSpPr/>
              <p:nvPr/>
            </p:nvSpPr>
            <p:spPr>
              <a:xfrm>
                <a:off x="5262320" y="3678785"/>
                <a:ext cx="81661" cy="81584"/>
              </a:xfrm>
              <a:custGeom>
                <a:avLst/>
                <a:gdLst>
                  <a:gd name="connsiteX0" fmla="*/ 41103 w 81661"/>
                  <a:gd name="connsiteY0" fmla="*/ 81690 h 81584"/>
                  <a:gd name="connsiteX1" fmla="*/ 69975 w 81661"/>
                  <a:gd name="connsiteY1" fmla="*/ 69742 h 81584"/>
                  <a:gd name="connsiteX2" fmla="*/ 81934 w 81661"/>
                  <a:gd name="connsiteY2" fmla="*/ 40898 h 81584"/>
                  <a:gd name="connsiteX3" fmla="*/ 69975 w 81661"/>
                  <a:gd name="connsiteY3" fmla="*/ 12053 h 81584"/>
                  <a:gd name="connsiteX4" fmla="*/ 41103 w 81661"/>
                  <a:gd name="connsiteY4" fmla="*/ 106 h 81584"/>
                  <a:gd name="connsiteX5" fmla="*/ 12232 w 81661"/>
                  <a:gd name="connsiteY5" fmla="*/ 12053 h 81584"/>
                  <a:gd name="connsiteX6" fmla="*/ 273 w 81661"/>
                  <a:gd name="connsiteY6" fmla="*/ 40898 h 81584"/>
                  <a:gd name="connsiteX7" fmla="*/ 12232 w 81661"/>
                  <a:gd name="connsiteY7" fmla="*/ 69742 h 81584"/>
                  <a:gd name="connsiteX8" fmla="*/ 41103 w 81661"/>
                  <a:gd name="connsiteY8" fmla="*/ 81690 h 8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661" h="81584">
                    <a:moveTo>
                      <a:pt x="41103" y="81690"/>
                    </a:moveTo>
                    <a:cubicBezTo>
                      <a:pt x="51932" y="81690"/>
                      <a:pt x="62318" y="77392"/>
                      <a:pt x="69975" y="69742"/>
                    </a:cubicBezTo>
                    <a:cubicBezTo>
                      <a:pt x="77632" y="62093"/>
                      <a:pt x="81934" y="51716"/>
                      <a:pt x="81934" y="40898"/>
                    </a:cubicBezTo>
                    <a:cubicBezTo>
                      <a:pt x="81934" y="30080"/>
                      <a:pt x="77632" y="19703"/>
                      <a:pt x="69975" y="12053"/>
                    </a:cubicBezTo>
                    <a:cubicBezTo>
                      <a:pt x="62318" y="4404"/>
                      <a:pt x="51932" y="106"/>
                      <a:pt x="41103" y="106"/>
                    </a:cubicBezTo>
                    <a:cubicBezTo>
                      <a:pt x="30275" y="106"/>
                      <a:pt x="19889" y="4404"/>
                      <a:pt x="12232" y="12053"/>
                    </a:cubicBezTo>
                    <a:cubicBezTo>
                      <a:pt x="4575" y="19703"/>
                      <a:pt x="273" y="30080"/>
                      <a:pt x="273" y="40898"/>
                    </a:cubicBezTo>
                    <a:cubicBezTo>
                      <a:pt x="273" y="51716"/>
                      <a:pt x="4575" y="62093"/>
                      <a:pt x="12232" y="69742"/>
                    </a:cubicBezTo>
                    <a:cubicBezTo>
                      <a:pt x="19889" y="77392"/>
                      <a:pt x="30275" y="81690"/>
                      <a:pt x="41103" y="8169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14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形状 157">
                <a:extLst>
                  <a:ext uri="{FF2B5EF4-FFF2-40B4-BE49-F238E27FC236}">
                    <a16:creationId xmlns:a16="http://schemas.microsoft.com/office/drawing/2014/main" id="{DDF399B3-CC6D-EF46-12B0-7E5E9601FF19}"/>
                  </a:ext>
                </a:extLst>
              </p:cNvPr>
              <p:cNvSpPr/>
              <p:nvPr/>
            </p:nvSpPr>
            <p:spPr>
              <a:xfrm>
                <a:off x="5478453" y="3482084"/>
                <a:ext cx="81661" cy="81584"/>
              </a:xfrm>
              <a:custGeom>
                <a:avLst/>
                <a:gdLst>
                  <a:gd name="connsiteX0" fmla="*/ 41130 w 81661"/>
                  <a:gd name="connsiteY0" fmla="*/ 81666 h 81584"/>
                  <a:gd name="connsiteX1" fmla="*/ 70002 w 81661"/>
                  <a:gd name="connsiteY1" fmla="*/ 69718 h 81584"/>
                  <a:gd name="connsiteX2" fmla="*/ 81961 w 81661"/>
                  <a:gd name="connsiteY2" fmla="*/ 40874 h 81584"/>
                  <a:gd name="connsiteX3" fmla="*/ 70002 w 81661"/>
                  <a:gd name="connsiteY3" fmla="*/ 12029 h 81584"/>
                  <a:gd name="connsiteX4" fmla="*/ 41130 w 81661"/>
                  <a:gd name="connsiteY4" fmla="*/ 81 h 81584"/>
                  <a:gd name="connsiteX5" fmla="*/ 12258 w 81661"/>
                  <a:gd name="connsiteY5" fmla="*/ 12029 h 81584"/>
                  <a:gd name="connsiteX6" fmla="*/ 299 w 81661"/>
                  <a:gd name="connsiteY6" fmla="*/ 40874 h 81584"/>
                  <a:gd name="connsiteX7" fmla="*/ 12258 w 81661"/>
                  <a:gd name="connsiteY7" fmla="*/ 69718 h 81584"/>
                  <a:gd name="connsiteX8" fmla="*/ 41130 w 81661"/>
                  <a:gd name="connsiteY8" fmla="*/ 81666 h 8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661" h="81584">
                    <a:moveTo>
                      <a:pt x="41130" y="81666"/>
                    </a:moveTo>
                    <a:cubicBezTo>
                      <a:pt x="51958" y="81666"/>
                      <a:pt x="62345" y="77368"/>
                      <a:pt x="70002" y="69718"/>
                    </a:cubicBezTo>
                    <a:cubicBezTo>
                      <a:pt x="77658" y="62068"/>
                      <a:pt x="81961" y="51692"/>
                      <a:pt x="81961" y="40874"/>
                    </a:cubicBezTo>
                    <a:cubicBezTo>
                      <a:pt x="81961" y="30055"/>
                      <a:pt x="77658" y="19679"/>
                      <a:pt x="70002" y="12029"/>
                    </a:cubicBezTo>
                    <a:cubicBezTo>
                      <a:pt x="62345" y="4380"/>
                      <a:pt x="51958" y="81"/>
                      <a:pt x="41130" y="81"/>
                    </a:cubicBezTo>
                    <a:cubicBezTo>
                      <a:pt x="30301" y="81"/>
                      <a:pt x="19915" y="4380"/>
                      <a:pt x="12258" y="12029"/>
                    </a:cubicBezTo>
                    <a:cubicBezTo>
                      <a:pt x="4601" y="19679"/>
                      <a:pt x="299" y="30055"/>
                      <a:pt x="299" y="40874"/>
                    </a:cubicBezTo>
                    <a:cubicBezTo>
                      <a:pt x="299" y="51692"/>
                      <a:pt x="4601" y="62068"/>
                      <a:pt x="12258" y="69718"/>
                    </a:cubicBezTo>
                    <a:cubicBezTo>
                      <a:pt x="19915" y="77368"/>
                      <a:pt x="30301" y="81666"/>
                      <a:pt x="41130" y="8166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14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形状 158">
                <a:extLst>
                  <a:ext uri="{FF2B5EF4-FFF2-40B4-BE49-F238E27FC236}">
                    <a16:creationId xmlns:a16="http://schemas.microsoft.com/office/drawing/2014/main" id="{2DFAE263-1590-CAB8-BA6B-C313F9CC99D4}"/>
                  </a:ext>
                </a:extLst>
              </p:cNvPr>
              <p:cNvSpPr/>
              <p:nvPr/>
            </p:nvSpPr>
            <p:spPr>
              <a:xfrm>
                <a:off x="5802640" y="2917350"/>
                <a:ext cx="81661" cy="81584"/>
              </a:xfrm>
              <a:custGeom>
                <a:avLst/>
                <a:gdLst>
                  <a:gd name="connsiteX0" fmla="*/ 41170 w 81661"/>
                  <a:gd name="connsiteY0" fmla="*/ 81597 h 81584"/>
                  <a:gd name="connsiteX1" fmla="*/ 70041 w 81661"/>
                  <a:gd name="connsiteY1" fmla="*/ 69649 h 81584"/>
                  <a:gd name="connsiteX2" fmla="*/ 82000 w 81661"/>
                  <a:gd name="connsiteY2" fmla="*/ 40804 h 81584"/>
                  <a:gd name="connsiteX3" fmla="*/ 70041 w 81661"/>
                  <a:gd name="connsiteY3" fmla="*/ 11960 h 81584"/>
                  <a:gd name="connsiteX4" fmla="*/ 41170 w 81661"/>
                  <a:gd name="connsiteY4" fmla="*/ 12 h 81584"/>
                  <a:gd name="connsiteX5" fmla="*/ 12298 w 81661"/>
                  <a:gd name="connsiteY5" fmla="*/ 11960 h 81584"/>
                  <a:gd name="connsiteX6" fmla="*/ 339 w 81661"/>
                  <a:gd name="connsiteY6" fmla="*/ 40804 h 81584"/>
                  <a:gd name="connsiteX7" fmla="*/ 12298 w 81661"/>
                  <a:gd name="connsiteY7" fmla="*/ 69649 h 81584"/>
                  <a:gd name="connsiteX8" fmla="*/ 41170 w 81661"/>
                  <a:gd name="connsiteY8" fmla="*/ 81597 h 8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661" h="81584">
                    <a:moveTo>
                      <a:pt x="41170" y="81597"/>
                    </a:moveTo>
                    <a:cubicBezTo>
                      <a:pt x="51998" y="81597"/>
                      <a:pt x="62384" y="77299"/>
                      <a:pt x="70041" y="69649"/>
                    </a:cubicBezTo>
                    <a:cubicBezTo>
                      <a:pt x="77698" y="61999"/>
                      <a:pt x="82000" y="51623"/>
                      <a:pt x="82000" y="40804"/>
                    </a:cubicBezTo>
                    <a:cubicBezTo>
                      <a:pt x="82000" y="29986"/>
                      <a:pt x="77698" y="19610"/>
                      <a:pt x="70041" y="11960"/>
                    </a:cubicBezTo>
                    <a:cubicBezTo>
                      <a:pt x="62384" y="4310"/>
                      <a:pt x="51998" y="12"/>
                      <a:pt x="41170" y="12"/>
                    </a:cubicBezTo>
                    <a:cubicBezTo>
                      <a:pt x="30341" y="12"/>
                      <a:pt x="19955" y="4310"/>
                      <a:pt x="12298" y="11960"/>
                    </a:cubicBezTo>
                    <a:cubicBezTo>
                      <a:pt x="4641" y="19610"/>
                      <a:pt x="339" y="29986"/>
                      <a:pt x="339" y="40804"/>
                    </a:cubicBezTo>
                    <a:cubicBezTo>
                      <a:pt x="339" y="51623"/>
                      <a:pt x="4641" y="61999"/>
                      <a:pt x="12298" y="69649"/>
                    </a:cubicBezTo>
                    <a:cubicBezTo>
                      <a:pt x="19955" y="77299"/>
                      <a:pt x="30341" y="81597"/>
                      <a:pt x="41170" y="8159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14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形状 159">
                <a:extLst>
                  <a:ext uri="{FF2B5EF4-FFF2-40B4-BE49-F238E27FC236}">
                    <a16:creationId xmlns:a16="http://schemas.microsoft.com/office/drawing/2014/main" id="{14A19F6E-6732-A7DD-DA26-90A61CFF4880}"/>
                  </a:ext>
                </a:extLst>
              </p:cNvPr>
              <p:cNvSpPr/>
              <p:nvPr/>
            </p:nvSpPr>
            <p:spPr>
              <a:xfrm>
                <a:off x="4708802" y="2917023"/>
                <a:ext cx="8166" cy="904608"/>
              </a:xfrm>
              <a:custGeom>
                <a:avLst/>
                <a:gdLst>
                  <a:gd name="connsiteX0" fmla="*/ 0 w 8166"/>
                  <a:gd name="connsiteY0" fmla="*/ 904608 h 904608"/>
                  <a:gd name="connsiteX1" fmla="*/ 0 w 8166"/>
                  <a:gd name="connsiteY1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66" h="904608">
                    <a:moveTo>
                      <a:pt x="0" y="904608"/>
                    </a:moveTo>
                    <a:lnTo>
                      <a:pt x="0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形状 160">
                <a:extLst>
                  <a:ext uri="{FF2B5EF4-FFF2-40B4-BE49-F238E27FC236}">
                    <a16:creationId xmlns:a16="http://schemas.microsoft.com/office/drawing/2014/main" id="{4E58283A-1E47-705E-F316-077AFC08E84E}"/>
                  </a:ext>
                </a:extLst>
              </p:cNvPr>
              <p:cNvSpPr/>
              <p:nvPr/>
            </p:nvSpPr>
            <p:spPr>
              <a:xfrm>
                <a:off x="5897507" y="2917023"/>
                <a:ext cx="8166" cy="904608"/>
              </a:xfrm>
              <a:custGeom>
                <a:avLst/>
                <a:gdLst>
                  <a:gd name="connsiteX0" fmla="*/ 0 w 8166"/>
                  <a:gd name="connsiteY0" fmla="*/ 904608 h 904608"/>
                  <a:gd name="connsiteX1" fmla="*/ 0 w 8166"/>
                  <a:gd name="connsiteY1" fmla="*/ 0 h 90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66" h="904608">
                    <a:moveTo>
                      <a:pt x="0" y="904608"/>
                    </a:moveTo>
                    <a:lnTo>
                      <a:pt x="0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形状 161">
                <a:extLst>
                  <a:ext uri="{FF2B5EF4-FFF2-40B4-BE49-F238E27FC236}">
                    <a16:creationId xmlns:a16="http://schemas.microsoft.com/office/drawing/2014/main" id="{40003389-5889-CA8D-F1FD-114281CBE252}"/>
                  </a:ext>
                </a:extLst>
              </p:cNvPr>
              <p:cNvSpPr/>
              <p:nvPr/>
            </p:nvSpPr>
            <p:spPr>
              <a:xfrm>
                <a:off x="4708802" y="3821631"/>
                <a:ext cx="1188704" cy="8158"/>
              </a:xfrm>
              <a:custGeom>
                <a:avLst/>
                <a:gdLst>
                  <a:gd name="connsiteX0" fmla="*/ 0 w 1188704"/>
                  <a:gd name="connsiteY0" fmla="*/ 0 h 8158"/>
                  <a:gd name="connsiteX1" fmla="*/ 1188704 w 1188704"/>
                  <a:gd name="connsiteY1" fmla="*/ 0 h 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04" h="8158">
                    <a:moveTo>
                      <a:pt x="0" y="0"/>
                    </a:moveTo>
                    <a:lnTo>
                      <a:pt x="1188704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形状 164">
                <a:extLst>
                  <a:ext uri="{FF2B5EF4-FFF2-40B4-BE49-F238E27FC236}">
                    <a16:creationId xmlns:a16="http://schemas.microsoft.com/office/drawing/2014/main" id="{DF734395-7C09-ADFB-4193-288FB09A344A}"/>
                  </a:ext>
                </a:extLst>
              </p:cNvPr>
              <p:cNvSpPr/>
              <p:nvPr/>
            </p:nvSpPr>
            <p:spPr>
              <a:xfrm>
                <a:off x="4708802" y="2917023"/>
                <a:ext cx="1188704" cy="8158"/>
              </a:xfrm>
              <a:custGeom>
                <a:avLst/>
                <a:gdLst>
                  <a:gd name="connsiteX0" fmla="*/ 0 w 1188704"/>
                  <a:gd name="connsiteY0" fmla="*/ 0 h 8158"/>
                  <a:gd name="connsiteX1" fmla="*/ 1188704 w 1188704"/>
                  <a:gd name="connsiteY1" fmla="*/ 0 h 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04" h="8158">
                    <a:moveTo>
                      <a:pt x="0" y="0"/>
                    </a:moveTo>
                    <a:lnTo>
                      <a:pt x="1188704" y="0"/>
                    </a:lnTo>
                  </a:path>
                </a:pathLst>
              </a:custGeom>
              <a:noFill/>
              <a:ln w="16299" cap="sq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62FB56AE-B619-6909-6EF3-7C6340D59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613657" y="2825510"/>
            <a:ext cx="8779715" cy="13176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EBBB53F-C1A7-CCF5-5633-CA53FC1073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075936" y="1542127"/>
            <a:ext cx="2997304" cy="1256539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79B2DB9B-A49C-E751-1599-D2A2338D9B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077027" y="4174305"/>
            <a:ext cx="2995122" cy="125562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EFC77A2-653F-3B80-F27A-CA7FCF6BED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586126" y="4139186"/>
            <a:ext cx="8834768" cy="1325862"/>
          </a:xfrm>
          <a:prstGeom prst="rect">
            <a:avLst/>
          </a:prstGeom>
        </p:spPr>
      </p:pic>
      <p:sp>
        <p:nvSpPr>
          <p:cNvPr id="46" name="左大括号 45">
            <a:extLst>
              <a:ext uri="{FF2B5EF4-FFF2-40B4-BE49-F238E27FC236}">
                <a16:creationId xmlns:a16="http://schemas.microsoft.com/office/drawing/2014/main" id="{317E3EB2-B1DC-FE49-CD45-676B79725B88}"/>
              </a:ext>
            </a:extLst>
          </p:cNvPr>
          <p:cNvSpPr/>
          <p:nvPr/>
        </p:nvSpPr>
        <p:spPr>
          <a:xfrm>
            <a:off x="6545439" y="1613878"/>
            <a:ext cx="107106" cy="576263"/>
          </a:xfrm>
          <a:prstGeom prst="leftBrace">
            <a:avLst/>
          </a:prstGeom>
          <a:ln w="19050">
            <a:solidFill>
              <a:srgbClr val="DE58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左大括号 46">
            <a:extLst>
              <a:ext uri="{FF2B5EF4-FFF2-40B4-BE49-F238E27FC236}">
                <a16:creationId xmlns:a16="http://schemas.microsoft.com/office/drawing/2014/main" id="{156D78B4-7D58-70C1-FCCA-90D8EF5E189A}"/>
              </a:ext>
            </a:extLst>
          </p:cNvPr>
          <p:cNvSpPr/>
          <p:nvPr/>
        </p:nvSpPr>
        <p:spPr>
          <a:xfrm>
            <a:off x="6520892" y="2252053"/>
            <a:ext cx="131657" cy="26511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2B18C6A-F71B-1706-6A2D-F7134A0948BF}"/>
                  </a:ext>
                </a:extLst>
              </p:cNvPr>
              <p:cNvSpPr txBox="1"/>
              <p:nvPr/>
            </p:nvSpPr>
            <p:spPr>
              <a:xfrm>
                <a:off x="5877236" y="1677529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2B18C6A-F71B-1706-6A2D-F7134A094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236" y="1677529"/>
                <a:ext cx="743971" cy="387927"/>
              </a:xfrm>
              <a:prstGeom prst="rect">
                <a:avLst/>
              </a:prstGeom>
              <a:blipFill>
                <a:blip r:embed="rId17"/>
                <a:stretch>
                  <a:fillRect r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E6CD4CC-5CC0-E23D-E97F-0E61CE70CECC}"/>
                  </a:ext>
                </a:extLst>
              </p:cNvPr>
              <p:cNvSpPr txBox="1"/>
              <p:nvPr/>
            </p:nvSpPr>
            <p:spPr>
              <a:xfrm>
                <a:off x="5874767" y="2147055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E6CD4CC-5CC0-E23D-E97F-0E61CE70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67" y="2147055"/>
                <a:ext cx="743971" cy="38792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9614CF30-96C5-7FFC-DEBE-6C920B0D2C7D}"/>
              </a:ext>
            </a:extLst>
          </p:cNvPr>
          <p:cNvSpPr txBox="1"/>
          <p:nvPr/>
        </p:nvSpPr>
        <p:spPr>
          <a:xfrm>
            <a:off x="3422582" y="2471368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D091B35-09A6-0749-4736-A94E35914056}"/>
              </a:ext>
            </a:extLst>
          </p:cNvPr>
          <p:cNvSpPr txBox="1"/>
          <p:nvPr/>
        </p:nvSpPr>
        <p:spPr>
          <a:xfrm>
            <a:off x="4953581" y="2462901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B31B9DF-A3F8-7289-52BD-31FF512DFC07}"/>
              </a:ext>
            </a:extLst>
          </p:cNvPr>
          <p:cNvSpPr txBox="1"/>
          <p:nvPr/>
        </p:nvSpPr>
        <p:spPr>
          <a:xfrm>
            <a:off x="3422582" y="3764837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1AEA909-4606-4740-DC66-8E4C52AE821A}"/>
              </a:ext>
            </a:extLst>
          </p:cNvPr>
          <p:cNvSpPr txBox="1"/>
          <p:nvPr/>
        </p:nvSpPr>
        <p:spPr>
          <a:xfrm>
            <a:off x="4953581" y="3756370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DBE92B6-DAD9-97FE-BB1D-E5CBCD7F5067}"/>
              </a:ext>
            </a:extLst>
          </p:cNvPr>
          <p:cNvSpPr txBox="1"/>
          <p:nvPr/>
        </p:nvSpPr>
        <p:spPr>
          <a:xfrm>
            <a:off x="3422582" y="5058306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2BBE3FE-2478-3464-2C83-82E5A28AC0BA}"/>
              </a:ext>
            </a:extLst>
          </p:cNvPr>
          <p:cNvSpPr txBox="1"/>
          <p:nvPr/>
        </p:nvSpPr>
        <p:spPr>
          <a:xfrm>
            <a:off x="4953581" y="5049839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67D4B2E-5215-3F8F-CD1A-BED92F39A786}"/>
              </a:ext>
            </a:extLst>
          </p:cNvPr>
          <p:cNvSpPr txBox="1"/>
          <p:nvPr/>
        </p:nvSpPr>
        <p:spPr>
          <a:xfrm>
            <a:off x="3461785" y="1248685"/>
            <a:ext cx="1284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F7C86F0-8912-2B17-8DFD-6E9EA16B52BF}"/>
              </a:ext>
            </a:extLst>
          </p:cNvPr>
          <p:cNvCxnSpPr/>
          <p:nvPr/>
        </p:nvCxnSpPr>
        <p:spPr>
          <a:xfrm>
            <a:off x="4052593" y="1841901"/>
            <a:ext cx="0" cy="570917"/>
          </a:xfrm>
          <a:prstGeom prst="straightConnector1">
            <a:avLst/>
          </a:prstGeom>
          <a:ln w="190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AD874E7-19DD-054D-A8F8-045512496C3A}"/>
              </a:ext>
            </a:extLst>
          </p:cNvPr>
          <p:cNvSpPr txBox="1"/>
          <p:nvPr/>
        </p:nvSpPr>
        <p:spPr>
          <a:xfrm>
            <a:off x="4782357" y="122402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CCFF9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Loss gap</a:t>
            </a:r>
            <a:endParaRPr lang="zh-CN" altLang="en-US" dirty="0">
              <a:highlight>
                <a:srgbClr val="CCFF9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箭头: 右 132">
            <a:extLst>
              <a:ext uri="{FF2B5EF4-FFF2-40B4-BE49-F238E27FC236}">
                <a16:creationId xmlns:a16="http://schemas.microsoft.com/office/drawing/2014/main" id="{E0490C05-6409-9A2D-427B-C5D68C7DA90E}"/>
              </a:ext>
            </a:extLst>
          </p:cNvPr>
          <p:cNvSpPr/>
          <p:nvPr/>
        </p:nvSpPr>
        <p:spPr>
          <a:xfrm>
            <a:off x="4466827" y="3266609"/>
            <a:ext cx="164598" cy="275360"/>
          </a:xfrm>
          <a:prstGeom prst="rightArrow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箭头: 右 133">
            <a:extLst>
              <a:ext uri="{FF2B5EF4-FFF2-40B4-BE49-F238E27FC236}">
                <a16:creationId xmlns:a16="http://schemas.microsoft.com/office/drawing/2014/main" id="{52FCC440-EB49-EB71-8486-8BE569CF9A43}"/>
              </a:ext>
            </a:extLst>
          </p:cNvPr>
          <p:cNvSpPr/>
          <p:nvPr/>
        </p:nvSpPr>
        <p:spPr>
          <a:xfrm>
            <a:off x="4466827" y="4529200"/>
            <a:ext cx="164598" cy="275360"/>
          </a:xfrm>
          <a:prstGeom prst="rightArrow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25FA9969-7600-0659-24F5-61E7595ACB53}"/>
              </a:ext>
            </a:extLst>
          </p:cNvPr>
          <p:cNvSpPr txBox="1"/>
          <p:nvPr/>
        </p:nvSpPr>
        <p:spPr>
          <a:xfrm>
            <a:off x="4812530" y="2170391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ABB34DA-5CBE-6FBE-D56D-8C806E39B207}"/>
              </a:ext>
            </a:extLst>
          </p:cNvPr>
          <p:cNvSpPr txBox="1"/>
          <p:nvPr/>
        </p:nvSpPr>
        <p:spPr>
          <a:xfrm>
            <a:off x="5317164" y="2188820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64BA8BB-E24B-CB9A-0289-DEF43DED4709}"/>
              </a:ext>
            </a:extLst>
          </p:cNvPr>
          <p:cNvSpPr txBox="1"/>
          <p:nvPr/>
        </p:nvSpPr>
        <p:spPr>
          <a:xfrm>
            <a:off x="5294238" y="150602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CA1F444-7474-10DF-8873-C610449DEE98}"/>
              </a:ext>
            </a:extLst>
          </p:cNvPr>
          <p:cNvSpPr txBox="1"/>
          <p:nvPr/>
        </p:nvSpPr>
        <p:spPr>
          <a:xfrm>
            <a:off x="5617268" y="163241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6E1573C-2F82-87FD-D8F5-02CCF33057DD}"/>
              </a:ext>
            </a:extLst>
          </p:cNvPr>
          <p:cNvSpPr txBox="1"/>
          <p:nvPr/>
        </p:nvSpPr>
        <p:spPr>
          <a:xfrm>
            <a:off x="4629096" y="1532477"/>
            <a:ext cx="1071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左大括号 140">
            <a:extLst>
              <a:ext uri="{FF2B5EF4-FFF2-40B4-BE49-F238E27FC236}">
                <a16:creationId xmlns:a16="http://schemas.microsoft.com/office/drawing/2014/main" id="{E17EAFE5-EA93-5541-7621-B302DEACBAFC}"/>
              </a:ext>
            </a:extLst>
          </p:cNvPr>
          <p:cNvSpPr/>
          <p:nvPr/>
        </p:nvSpPr>
        <p:spPr>
          <a:xfrm rot="10800000">
            <a:off x="15369549" y="1928943"/>
            <a:ext cx="234074" cy="243749"/>
          </a:xfrm>
          <a:prstGeom prst="leftBrace">
            <a:avLst/>
          </a:prstGeom>
          <a:ln w="19050">
            <a:solidFill>
              <a:srgbClr val="F29F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91FD2A99-9005-DB51-9138-EBB4BB6627A3}"/>
                  </a:ext>
                </a:extLst>
              </p:cNvPr>
              <p:cNvSpPr txBox="1"/>
              <p:nvPr/>
            </p:nvSpPr>
            <p:spPr>
              <a:xfrm>
                <a:off x="15574859" y="1791937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91FD2A99-9005-DB51-9138-EBB4BB662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4859" y="1791937"/>
                <a:ext cx="743971" cy="387927"/>
              </a:xfrm>
              <a:prstGeom prst="rect">
                <a:avLst/>
              </a:prstGeom>
              <a:blipFill>
                <a:blip r:embed="rId19"/>
                <a:stretch>
                  <a:fillRect r="-18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AC9323DA-15F3-C2B1-6170-8B59909A718B}"/>
                  </a:ext>
                </a:extLst>
              </p:cNvPr>
              <p:cNvSpPr txBox="1"/>
              <p:nvPr/>
            </p:nvSpPr>
            <p:spPr>
              <a:xfrm>
                <a:off x="15574860" y="2160985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AC9323DA-15F3-C2B1-6170-8B59909A7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4860" y="2160985"/>
                <a:ext cx="743971" cy="387927"/>
              </a:xfrm>
              <a:prstGeom prst="rect">
                <a:avLst/>
              </a:prstGeom>
              <a:blipFill>
                <a:blip r:embed="rId20"/>
                <a:stretch>
                  <a:fillRect r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左大括号 144">
            <a:extLst>
              <a:ext uri="{FF2B5EF4-FFF2-40B4-BE49-F238E27FC236}">
                <a16:creationId xmlns:a16="http://schemas.microsoft.com/office/drawing/2014/main" id="{D9F048BD-5B25-A216-6DA4-2B93DF95F079}"/>
              </a:ext>
            </a:extLst>
          </p:cNvPr>
          <p:cNvSpPr/>
          <p:nvPr/>
        </p:nvSpPr>
        <p:spPr>
          <a:xfrm rot="10800000">
            <a:off x="15369552" y="2203260"/>
            <a:ext cx="229875" cy="243747"/>
          </a:xfrm>
          <a:prstGeom prst="leftBrace">
            <a:avLst/>
          </a:prstGeom>
          <a:ln w="19050">
            <a:solidFill>
              <a:srgbClr val="018A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FD809F9E-94D3-693B-3F59-4182E610F828}"/>
              </a:ext>
            </a:extLst>
          </p:cNvPr>
          <p:cNvCxnSpPr>
            <a:cxnSpLocks/>
          </p:cNvCxnSpPr>
          <p:nvPr/>
        </p:nvCxnSpPr>
        <p:spPr>
          <a:xfrm flipV="1">
            <a:off x="4845552" y="2057136"/>
            <a:ext cx="45940" cy="39255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56AB589-6218-D452-45DA-7EEC123239E8}"/>
              </a:ext>
            </a:extLst>
          </p:cNvPr>
          <p:cNvCxnSpPr>
            <a:cxnSpLocks/>
            <a:stCxn id="136" idx="1"/>
          </p:cNvCxnSpPr>
          <p:nvPr/>
        </p:nvCxnSpPr>
        <p:spPr>
          <a:xfrm flipH="1" flipV="1">
            <a:off x="5124326" y="2091005"/>
            <a:ext cx="192838" cy="26709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1C579252-705D-B7EE-832F-EF28E036C970}"/>
              </a:ext>
            </a:extLst>
          </p:cNvPr>
          <p:cNvCxnSpPr>
            <a:cxnSpLocks/>
          </p:cNvCxnSpPr>
          <p:nvPr/>
        </p:nvCxnSpPr>
        <p:spPr>
          <a:xfrm flipV="1">
            <a:off x="5239403" y="1740185"/>
            <a:ext cx="112665" cy="7722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0F09E3C6-6B60-BC5A-E1C9-F8D81E74E25E}"/>
              </a:ext>
            </a:extLst>
          </p:cNvPr>
          <p:cNvCxnSpPr>
            <a:cxnSpLocks/>
          </p:cNvCxnSpPr>
          <p:nvPr/>
        </p:nvCxnSpPr>
        <p:spPr>
          <a:xfrm flipH="1">
            <a:off x="5521731" y="1840746"/>
            <a:ext cx="178714" cy="5218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8FADD5D-9F7F-688E-8D40-85204103CAA9}"/>
              </a:ext>
            </a:extLst>
          </p:cNvPr>
          <p:cNvSpPr txBox="1"/>
          <p:nvPr/>
        </p:nvSpPr>
        <p:spPr>
          <a:xfrm>
            <a:off x="3219271" y="735753"/>
            <a:ext cx="127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5542DA10-6BFF-E1CE-353C-641627D9ED1F}"/>
              </a:ext>
            </a:extLst>
          </p:cNvPr>
          <p:cNvSpPr txBox="1"/>
          <p:nvPr/>
        </p:nvSpPr>
        <p:spPr>
          <a:xfrm>
            <a:off x="3229280" y="1022275"/>
            <a:ext cx="149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左大括号 166">
            <a:extLst>
              <a:ext uri="{FF2B5EF4-FFF2-40B4-BE49-F238E27FC236}">
                <a16:creationId xmlns:a16="http://schemas.microsoft.com/office/drawing/2014/main" id="{BD7C62CB-0F21-6087-513C-FFB5592705A1}"/>
              </a:ext>
            </a:extLst>
          </p:cNvPr>
          <p:cNvSpPr/>
          <p:nvPr/>
        </p:nvSpPr>
        <p:spPr>
          <a:xfrm rot="10800000">
            <a:off x="4093256" y="1928940"/>
            <a:ext cx="84603" cy="408784"/>
          </a:xfrm>
          <a:prstGeom prst="leftBrace">
            <a:avLst/>
          </a:prstGeom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992B7A62-4442-833B-1021-DFC20D75BE25}"/>
              </a:ext>
            </a:extLst>
          </p:cNvPr>
          <p:cNvSpPr txBox="1"/>
          <p:nvPr/>
        </p:nvSpPr>
        <p:spPr>
          <a:xfrm>
            <a:off x="4700318" y="338176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556DEA23-1AC1-F170-8042-B2D6968E932D}"/>
              </a:ext>
            </a:extLst>
          </p:cNvPr>
          <p:cNvSpPr txBox="1"/>
          <p:nvPr/>
        </p:nvSpPr>
        <p:spPr>
          <a:xfrm>
            <a:off x="5083983" y="3396218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429E169-0CB1-4851-A2D6-08E5EB9E1D3F}"/>
              </a:ext>
            </a:extLst>
          </p:cNvPr>
          <p:cNvSpPr txBox="1"/>
          <p:nvPr/>
        </p:nvSpPr>
        <p:spPr>
          <a:xfrm>
            <a:off x="5457012" y="281784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E0AAC8D6-D6E2-6290-64E0-EEC2FFEA0A5A}"/>
              </a:ext>
            </a:extLst>
          </p:cNvPr>
          <p:cNvSpPr txBox="1"/>
          <p:nvPr/>
        </p:nvSpPr>
        <p:spPr>
          <a:xfrm>
            <a:off x="5498468" y="328700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4D24F80-51CE-6292-DF93-EEB6D11F849C}"/>
              </a:ext>
            </a:extLst>
          </p:cNvPr>
          <p:cNvSpPr txBox="1"/>
          <p:nvPr/>
        </p:nvSpPr>
        <p:spPr>
          <a:xfrm>
            <a:off x="4772738" y="472998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52BA99E-DAC8-8875-3471-A848F461014D}"/>
              </a:ext>
            </a:extLst>
          </p:cNvPr>
          <p:cNvSpPr txBox="1"/>
          <p:nvPr/>
        </p:nvSpPr>
        <p:spPr>
          <a:xfrm>
            <a:off x="5188816" y="471986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9C591112-F624-0861-3E8B-AAF4EA0DF05A}"/>
              </a:ext>
            </a:extLst>
          </p:cNvPr>
          <p:cNvSpPr txBox="1"/>
          <p:nvPr/>
        </p:nvSpPr>
        <p:spPr>
          <a:xfrm>
            <a:off x="5678830" y="4275087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9350DB16-7959-0491-3FD2-218124C5D84F}"/>
              </a:ext>
            </a:extLst>
          </p:cNvPr>
          <p:cNvSpPr txBox="1"/>
          <p:nvPr/>
        </p:nvSpPr>
        <p:spPr>
          <a:xfrm>
            <a:off x="5529432" y="443672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CFDC0D7F-24D7-BD09-3A33-F8466D19F863}"/>
              </a:ext>
            </a:extLst>
          </p:cNvPr>
          <p:cNvSpPr txBox="1"/>
          <p:nvPr/>
        </p:nvSpPr>
        <p:spPr>
          <a:xfrm>
            <a:off x="7548672" y="3050645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01A0DC24-906A-9725-A24E-6EF2C3AC85A8}"/>
              </a:ext>
            </a:extLst>
          </p:cNvPr>
          <p:cNvSpPr txBox="1"/>
          <p:nvPr/>
        </p:nvSpPr>
        <p:spPr>
          <a:xfrm>
            <a:off x="8986389" y="3050645"/>
            <a:ext cx="372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3A420AD9-28C0-6FC7-EDDA-F9F11E7D2297}"/>
              </a:ext>
            </a:extLst>
          </p:cNvPr>
          <p:cNvSpPr txBox="1"/>
          <p:nvPr/>
        </p:nvSpPr>
        <p:spPr>
          <a:xfrm>
            <a:off x="7548672" y="4301791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49E1181-E4C6-E07F-329C-F9C4E38A44B3}"/>
              </a:ext>
            </a:extLst>
          </p:cNvPr>
          <p:cNvSpPr txBox="1"/>
          <p:nvPr/>
        </p:nvSpPr>
        <p:spPr>
          <a:xfrm>
            <a:off x="8986389" y="4301791"/>
            <a:ext cx="372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1043D0-07AD-88A9-5B1A-73FA631EC8DB}"/>
              </a:ext>
            </a:extLst>
          </p:cNvPr>
          <p:cNvSpPr/>
          <p:nvPr/>
        </p:nvSpPr>
        <p:spPr>
          <a:xfrm>
            <a:off x="10296666" y="1649655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Timepoint 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35EBD3-203B-303B-CB61-A4FA66AFBAFA}"/>
              </a:ext>
            </a:extLst>
          </p:cNvPr>
          <p:cNvSpPr txBox="1"/>
          <p:nvPr/>
        </p:nvSpPr>
        <p:spPr>
          <a:xfrm>
            <a:off x="13672348" y="1017012"/>
            <a:ext cx="2105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Newly emerged in D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w.r.t.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 in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B64FE3-4CD6-6F6E-0A14-26BC389838C2}"/>
              </a:ext>
            </a:extLst>
          </p:cNvPr>
          <p:cNvSpPr/>
          <p:nvPr/>
        </p:nvSpPr>
        <p:spPr>
          <a:xfrm>
            <a:off x="13278746" y="1649655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Timepoint 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C305376-AF6A-C46E-324F-22924398A57F}"/>
              </a:ext>
            </a:extLst>
          </p:cNvPr>
          <p:cNvCxnSpPr>
            <a:cxnSpLocks/>
          </p:cNvCxnSpPr>
          <p:nvPr/>
        </p:nvCxnSpPr>
        <p:spPr>
          <a:xfrm>
            <a:off x="9530975" y="1318218"/>
            <a:ext cx="0" cy="5226518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1A55451-2138-7EC4-B7F0-8FC3C5169A7D}"/>
              </a:ext>
            </a:extLst>
          </p:cNvPr>
          <p:cNvCxnSpPr>
            <a:cxnSpLocks/>
          </p:cNvCxnSpPr>
          <p:nvPr/>
        </p:nvCxnSpPr>
        <p:spPr>
          <a:xfrm>
            <a:off x="12503638" y="1649652"/>
            <a:ext cx="0" cy="4895084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365859FF-C171-D02E-95EF-6C423736C0E2}"/>
              </a:ext>
            </a:extLst>
          </p:cNvPr>
          <p:cNvSpPr/>
          <p:nvPr/>
        </p:nvSpPr>
        <p:spPr>
          <a:xfrm>
            <a:off x="10296666" y="3009363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EA81EE1-91B1-8A4A-8A2B-D25F117EF6F6}"/>
              </a:ext>
            </a:extLst>
          </p:cNvPr>
          <p:cNvSpPr/>
          <p:nvPr/>
        </p:nvSpPr>
        <p:spPr>
          <a:xfrm>
            <a:off x="13278746" y="3009363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6733646-D0B5-5275-7C8F-701B2CAD5A6A}"/>
              </a:ext>
            </a:extLst>
          </p:cNvPr>
          <p:cNvSpPr/>
          <p:nvPr/>
        </p:nvSpPr>
        <p:spPr>
          <a:xfrm>
            <a:off x="10296666" y="4260509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A9DAE49-6DB8-2B8B-1470-1D092CA1912E}"/>
              </a:ext>
            </a:extLst>
          </p:cNvPr>
          <p:cNvSpPr/>
          <p:nvPr/>
        </p:nvSpPr>
        <p:spPr>
          <a:xfrm>
            <a:off x="13278746" y="4260509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36">
            <a:extLst>
              <a:ext uri="{FF2B5EF4-FFF2-40B4-BE49-F238E27FC236}">
                <a16:creationId xmlns:a16="http://schemas.microsoft.com/office/drawing/2014/main" id="{94BEA714-E151-1CC5-2F31-7214C4ABCCB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3077027" y="5443913"/>
            <a:ext cx="2995122" cy="12556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FB6A922-B2E0-FD9D-3B48-3B1B3E9D0858}"/>
              </a:ext>
            </a:extLst>
          </p:cNvPr>
          <p:cNvSpPr txBox="1"/>
          <p:nvPr/>
        </p:nvSpPr>
        <p:spPr>
          <a:xfrm>
            <a:off x="3422582" y="6351776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760FEF-9B5F-6A48-3D45-66621567CE35}"/>
              </a:ext>
            </a:extLst>
          </p:cNvPr>
          <p:cNvSpPr txBox="1"/>
          <p:nvPr/>
        </p:nvSpPr>
        <p:spPr>
          <a:xfrm>
            <a:off x="4953581" y="6343309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46D6325-1BF6-766C-C304-32ABF20142C8}"/>
              </a:ext>
            </a:extLst>
          </p:cNvPr>
          <p:cNvSpPr/>
          <p:nvPr/>
        </p:nvSpPr>
        <p:spPr>
          <a:xfrm>
            <a:off x="4466827" y="5798805"/>
            <a:ext cx="164598" cy="275360"/>
          </a:xfrm>
          <a:prstGeom prst="rightArrow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CBECF4-ADCB-8CA7-82A9-94B9EBDF1520}"/>
              </a:ext>
            </a:extLst>
          </p:cNvPr>
          <p:cNvSpPr txBox="1"/>
          <p:nvPr/>
        </p:nvSpPr>
        <p:spPr>
          <a:xfrm>
            <a:off x="4772738" y="5999588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CA0D16A-E9F1-AF4F-CFE9-C69EB6DB1197}"/>
              </a:ext>
            </a:extLst>
          </p:cNvPr>
          <p:cNvSpPr txBox="1"/>
          <p:nvPr/>
        </p:nvSpPr>
        <p:spPr>
          <a:xfrm>
            <a:off x="5045899" y="585534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7C819B2-6269-890E-EDB7-2551836729F2}"/>
              </a:ext>
            </a:extLst>
          </p:cNvPr>
          <p:cNvSpPr txBox="1"/>
          <p:nvPr/>
        </p:nvSpPr>
        <p:spPr>
          <a:xfrm>
            <a:off x="5418024" y="5424219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46E8CB-28C5-FCA0-C6DF-4E8B9F5FDAFF}"/>
              </a:ext>
            </a:extLst>
          </p:cNvPr>
          <p:cNvSpPr txBox="1"/>
          <p:nvPr/>
        </p:nvSpPr>
        <p:spPr>
          <a:xfrm>
            <a:off x="5307840" y="568348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85237A-4369-4A78-589A-C068677C85B2}"/>
              </a:ext>
            </a:extLst>
          </p:cNvPr>
          <p:cNvSpPr txBox="1"/>
          <p:nvPr/>
        </p:nvSpPr>
        <p:spPr>
          <a:xfrm>
            <a:off x="7548672" y="5571396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D773512-C474-165C-0DE6-D9532EC8C493}"/>
              </a:ext>
            </a:extLst>
          </p:cNvPr>
          <p:cNvSpPr txBox="1"/>
          <p:nvPr/>
        </p:nvSpPr>
        <p:spPr>
          <a:xfrm>
            <a:off x="8986389" y="5571396"/>
            <a:ext cx="372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BB177B-3565-2596-E952-4B373E26204C}"/>
              </a:ext>
            </a:extLst>
          </p:cNvPr>
          <p:cNvSpPr/>
          <p:nvPr/>
        </p:nvSpPr>
        <p:spPr>
          <a:xfrm>
            <a:off x="10296666" y="5530114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3EBEED4-6B7B-1FF1-1E6F-43963C163D25}"/>
              </a:ext>
            </a:extLst>
          </p:cNvPr>
          <p:cNvSpPr/>
          <p:nvPr/>
        </p:nvSpPr>
        <p:spPr>
          <a:xfrm>
            <a:off x="13278746" y="5530114"/>
            <a:ext cx="1407600" cy="351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638BFAA-2E53-BA1D-3F69-714B40E9117E}"/>
              </a:ext>
            </a:extLst>
          </p:cNvPr>
          <p:cNvCxnSpPr>
            <a:cxnSpLocks/>
          </p:cNvCxnSpPr>
          <p:nvPr/>
        </p:nvCxnSpPr>
        <p:spPr>
          <a:xfrm>
            <a:off x="2792523" y="930171"/>
            <a:ext cx="4296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8C4766B-6CFA-09C3-E76F-84944390F199}"/>
              </a:ext>
            </a:extLst>
          </p:cNvPr>
          <p:cNvCxnSpPr>
            <a:cxnSpLocks/>
          </p:cNvCxnSpPr>
          <p:nvPr/>
        </p:nvCxnSpPr>
        <p:spPr>
          <a:xfrm>
            <a:off x="2810000" y="1204899"/>
            <a:ext cx="42966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D0FE2725-4B27-DD6E-7194-573C887239B6}"/>
              </a:ext>
            </a:extLst>
          </p:cNvPr>
          <p:cNvSpPr/>
          <p:nvPr/>
        </p:nvSpPr>
        <p:spPr>
          <a:xfrm>
            <a:off x="2986931" y="1170061"/>
            <a:ext cx="72000" cy="72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9C90A935-C603-F892-4E04-5363CA38A0C4}"/>
              </a:ext>
            </a:extLst>
          </p:cNvPr>
          <p:cNvSpPr/>
          <p:nvPr/>
        </p:nvSpPr>
        <p:spPr>
          <a:xfrm>
            <a:off x="2984270" y="89737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箭头: 右 80">
            <a:extLst>
              <a:ext uri="{FF2B5EF4-FFF2-40B4-BE49-F238E27FC236}">
                <a16:creationId xmlns:a16="http://schemas.microsoft.com/office/drawing/2014/main" id="{D81F3130-64B1-8113-7CCC-8517798F5949}"/>
              </a:ext>
            </a:extLst>
          </p:cNvPr>
          <p:cNvSpPr/>
          <p:nvPr/>
        </p:nvSpPr>
        <p:spPr>
          <a:xfrm>
            <a:off x="4462671" y="1961632"/>
            <a:ext cx="164598" cy="275360"/>
          </a:xfrm>
          <a:prstGeom prst="rightArrow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257F160A-3614-5266-9944-37A675FD8082}"/>
              </a:ext>
            </a:extLst>
          </p:cNvPr>
          <p:cNvCxnSpPr>
            <a:cxnSpLocks/>
          </p:cNvCxnSpPr>
          <p:nvPr/>
        </p:nvCxnSpPr>
        <p:spPr>
          <a:xfrm flipV="1">
            <a:off x="4220512" y="1532480"/>
            <a:ext cx="625043" cy="581809"/>
          </a:xfrm>
          <a:prstGeom prst="line">
            <a:avLst/>
          </a:prstGeom>
          <a:ln w="28575">
            <a:solidFill>
              <a:srgbClr val="008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AD2DEFAA-01FC-0776-C484-F28B39D2FAD4}"/>
              </a:ext>
            </a:extLst>
          </p:cNvPr>
          <p:cNvSpPr txBox="1"/>
          <p:nvPr/>
        </p:nvSpPr>
        <p:spPr>
          <a:xfrm>
            <a:off x="4996718" y="71777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gap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5593201-7A00-5A9D-42EF-3E27906DB01E}"/>
              </a:ext>
            </a:extLst>
          </p:cNvPr>
          <p:cNvCxnSpPr>
            <a:cxnSpLocks/>
          </p:cNvCxnSpPr>
          <p:nvPr/>
        </p:nvCxnSpPr>
        <p:spPr>
          <a:xfrm>
            <a:off x="4569967" y="912191"/>
            <a:ext cx="42966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7B86939C-D110-2254-AF04-705C7E16B6EF}"/>
              </a:ext>
            </a:extLst>
          </p:cNvPr>
          <p:cNvSpPr/>
          <p:nvPr/>
        </p:nvSpPr>
        <p:spPr>
          <a:xfrm>
            <a:off x="4761714" y="879394"/>
            <a:ext cx="72000" cy="7200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highlight>
                <a:srgbClr val="0080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C1DD1A-9282-8F82-A04D-1D22C8F01823}"/>
              </a:ext>
            </a:extLst>
          </p:cNvPr>
          <p:cNvSpPr txBox="1"/>
          <p:nvPr/>
        </p:nvSpPr>
        <p:spPr>
          <a:xfrm>
            <a:off x="1857315" y="3088691"/>
            <a:ext cx="133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VGG-11 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C70D9A-D14D-6106-8AEA-DF9FD2AC0EF7}"/>
              </a:ext>
            </a:extLst>
          </p:cNvPr>
          <p:cNvSpPr txBox="1"/>
          <p:nvPr/>
        </p:nvSpPr>
        <p:spPr>
          <a:xfrm>
            <a:off x="1743015" y="1793113"/>
            <a:ext cx="156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VGG-16 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CUB200-2011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AAE729-FCD9-D3CA-C06E-83E068A4845B}"/>
              </a:ext>
            </a:extLst>
          </p:cNvPr>
          <p:cNvSpPr txBox="1"/>
          <p:nvPr/>
        </p:nvSpPr>
        <p:spPr>
          <a:xfrm>
            <a:off x="1743015" y="4384268"/>
            <a:ext cx="156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CUB200-2011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0C7B6D-5F0E-4263-42E6-8AD937B636FB}"/>
              </a:ext>
            </a:extLst>
          </p:cNvPr>
          <p:cNvSpPr txBox="1"/>
          <p:nvPr/>
        </p:nvSpPr>
        <p:spPr>
          <a:xfrm>
            <a:off x="1743015" y="5653873"/>
            <a:ext cx="156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Bert-Medium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SST-2</a:t>
            </a:r>
          </a:p>
        </p:txBody>
      </p:sp>
    </p:spTree>
    <p:extLst>
      <p:ext uri="{BB962C8B-B14F-4D97-AF65-F5344CB8AC3E}">
        <p14:creationId xmlns:p14="http://schemas.microsoft.com/office/powerpoint/2010/main" val="421348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28FF-CAD9-7123-52DE-B08AFCE6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形 37">
            <a:extLst>
              <a:ext uri="{FF2B5EF4-FFF2-40B4-BE49-F238E27FC236}">
                <a16:creationId xmlns:a16="http://schemas.microsoft.com/office/drawing/2014/main" id="{749EF67A-D28A-2A18-023D-E63027D27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95641" y="3061608"/>
            <a:ext cx="1971074" cy="1799999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D7F8CA0A-80BC-8E5A-622B-01CDF5E238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88285" y="3061608"/>
            <a:ext cx="1971073" cy="1799999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68613826-2B6C-FDE9-EB6F-3E2028AD97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22309" y="2091601"/>
            <a:ext cx="4396876" cy="352093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1207D1B-63E2-87FE-349F-CC9C230C7CE5}"/>
              </a:ext>
            </a:extLst>
          </p:cNvPr>
          <p:cNvSpPr txBox="1"/>
          <p:nvPr/>
        </p:nvSpPr>
        <p:spPr>
          <a:xfrm>
            <a:off x="3587045" y="1858603"/>
            <a:ext cx="109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916A04-88DC-1FB1-BBD5-C586C9559F83}"/>
              </a:ext>
            </a:extLst>
          </p:cNvPr>
          <p:cNvSpPr txBox="1"/>
          <p:nvPr/>
        </p:nvSpPr>
        <p:spPr>
          <a:xfrm>
            <a:off x="4677272" y="1867225"/>
            <a:ext cx="1090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B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7FCA2C9-DB9D-5AD6-B4D0-1478FC2D1118}"/>
              </a:ext>
            </a:extLst>
          </p:cNvPr>
          <p:cNvSpPr txBox="1"/>
          <p:nvPr/>
        </p:nvSpPr>
        <p:spPr>
          <a:xfrm>
            <a:off x="3327564" y="1251084"/>
            <a:ext cx="2517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797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learning phase</a:t>
            </a:r>
            <a:endParaRPr lang="zh-CN" altLang="en-US" sz="2000" dirty="0">
              <a:solidFill>
                <a:srgbClr val="797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8B3BD7-B0F9-A0F2-CAA9-69404133D90C}"/>
              </a:ext>
            </a:extLst>
          </p:cNvPr>
          <p:cNvSpPr txBox="1"/>
          <p:nvPr/>
        </p:nvSpPr>
        <p:spPr>
          <a:xfrm>
            <a:off x="5893562" y="1251084"/>
            <a:ext cx="2048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Over-fitting phase</a:t>
            </a:r>
            <a:endParaRPr lang="zh-CN" altLang="en-US" sz="2000" dirty="0">
              <a:solidFill>
                <a:srgbClr val="FF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6D3194-864B-D6DC-A6F4-B70AF0CEFE9C}"/>
              </a:ext>
            </a:extLst>
          </p:cNvPr>
          <p:cNvSpPr txBox="1"/>
          <p:nvPr/>
        </p:nvSpPr>
        <p:spPr>
          <a:xfrm>
            <a:off x="6166061" y="1858603"/>
            <a:ext cx="1764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D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12BE2B71-8F23-3E82-EBE9-6AC6D63ACFF2}"/>
              </a:ext>
            </a:extLst>
          </p:cNvPr>
          <p:cNvSpPr txBox="1"/>
          <p:nvPr/>
        </p:nvSpPr>
        <p:spPr>
          <a:xfrm>
            <a:off x="5727961" y="1873211"/>
            <a:ext cx="1090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C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5A6D07B-F037-EED5-EC4F-256E7C05FF96}"/>
              </a:ext>
            </a:extLst>
          </p:cNvPr>
          <p:cNvSpPr txBox="1"/>
          <p:nvPr/>
        </p:nvSpPr>
        <p:spPr>
          <a:xfrm>
            <a:off x="3179620" y="3216273"/>
            <a:ext cx="461665" cy="63094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decay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52C723B-76EC-0CD1-09A7-6F4B97F206C1}"/>
              </a:ext>
            </a:extLst>
          </p:cNvPr>
          <p:cNvSpPr txBox="1"/>
          <p:nvPr/>
        </p:nvSpPr>
        <p:spPr>
          <a:xfrm>
            <a:off x="3175024" y="4002465"/>
            <a:ext cx="461665" cy="75918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spindle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6BAC4990-A498-820F-3919-EE6264A3A8D3}"/>
              </a:ext>
            </a:extLst>
          </p:cNvPr>
          <p:cNvSpPr txBox="1"/>
          <p:nvPr/>
        </p:nvSpPr>
        <p:spPr>
          <a:xfrm>
            <a:off x="3377785" y="846600"/>
            <a:ext cx="4700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VGG-16 trained on CUB200-2011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FD63DD-F877-E601-2F5E-5AFF436B3DF0}"/>
              </a:ext>
            </a:extLst>
          </p:cNvPr>
          <p:cNvSpPr txBox="1"/>
          <p:nvPr/>
        </p:nvSpPr>
        <p:spPr>
          <a:xfrm>
            <a:off x="8470468" y="2655813"/>
            <a:ext cx="119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gap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7" name="图形 216">
            <a:extLst>
              <a:ext uri="{FF2B5EF4-FFF2-40B4-BE49-F238E27FC236}">
                <a16:creationId xmlns:a16="http://schemas.microsoft.com/office/drawing/2014/main" id="{704D9652-FA93-104E-D4AF-4EE178C925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257334" y="2052571"/>
            <a:ext cx="4396875" cy="3520935"/>
          </a:xfrm>
          <a:prstGeom prst="rect">
            <a:avLst/>
          </a:prstGeom>
        </p:spPr>
      </p:pic>
      <p:sp>
        <p:nvSpPr>
          <p:cNvPr id="218" name="文本框 217">
            <a:extLst>
              <a:ext uri="{FF2B5EF4-FFF2-40B4-BE49-F238E27FC236}">
                <a16:creationId xmlns:a16="http://schemas.microsoft.com/office/drawing/2014/main" id="{FBA3CFE9-F8CC-935A-E2A5-0AA3EE7D1DF9}"/>
              </a:ext>
            </a:extLst>
          </p:cNvPr>
          <p:cNvSpPr txBox="1"/>
          <p:nvPr/>
        </p:nvSpPr>
        <p:spPr>
          <a:xfrm>
            <a:off x="10300599" y="1781595"/>
            <a:ext cx="109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2BFFB75E-3683-A1BD-789E-1DF72D750533}"/>
              </a:ext>
            </a:extLst>
          </p:cNvPr>
          <p:cNvSpPr txBox="1"/>
          <p:nvPr/>
        </p:nvSpPr>
        <p:spPr>
          <a:xfrm>
            <a:off x="11390826" y="1790217"/>
            <a:ext cx="1090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B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右大括号 219">
            <a:extLst>
              <a:ext uri="{FF2B5EF4-FFF2-40B4-BE49-F238E27FC236}">
                <a16:creationId xmlns:a16="http://schemas.microsoft.com/office/drawing/2014/main" id="{78EC05B2-4A7F-B3B7-474A-7473EE3149B7}"/>
              </a:ext>
            </a:extLst>
          </p:cNvPr>
          <p:cNvSpPr/>
          <p:nvPr/>
        </p:nvSpPr>
        <p:spPr>
          <a:xfrm rot="16200000">
            <a:off x="11287877" y="774342"/>
            <a:ext cx="148628" cy="1819574"/>
          </a:xfrm>
          <a:prstGeom prst="rightBrace">
            <a:avLst>
              <a:gd name="adj1" fmla="val 73274"/>
              <a:gd name="adj2" fmla="val 50232"/>
            </a:avLst>
          </a:prstGeom>
          <a:ln w="57150">
            <a:solidFill>
              <a:srgbClr val="9998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6664F5F4-7901-4BE8-38CD-D07C60FBA3C9}"/>
              </a:ext>
            </a:extLst>
          </p:cNvPr>
          <p:cNvSpPr txBox="1"/>
          <p:nvPr/>
        </p:nvSpPr>
        <p:spPr>
          <a:xfrm>
            <a:off x="10065558" y="1192559"/>
            <a:ext cx="2517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797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learning phase</a:t>
            </a:r>
            <a:endParaRPr lang="zh-CN" altLang="en-US" sz="2000" dirty="0">
              <a:solidFill>
                <a:srgbClr val="797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6A8A1D8B-5C9D-53BC-A9CA-3ABB5BBEA6C0}"/>
              </a:ext>
            </a:extLst>
          </p:cNvPr>
          <p:cNvSpPr txBox="1"/>
          <p:nvPr/>
        </p:nvSpPr>
        <p:spPr>
          <a:xfrm>
            <a:off x="12517007" y="1205625"/>
            <a:ext cx="2048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Over-fitting phase</a:t>
            </a:r>
            <a:endParaRPr lang="zh-CN" altLang="en-US" sz="2000" dirty="0">
              <a:solidFill>
                <a:srgbClr val="FF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F5E8B545-A145-22A2-0010-8FE8DF37ADC4}"/>
              </a:ext>
            </a:extLst>
          </p:cNvPr>
          <p:cNvSpPr txBox="1"/>
          <p:nvPr/>
        </p:nvSpPr>
        <p:spPr>
          <a:xfrm>
            <a:off x="12879615" y="1781595"/>
            <a:ext cx="1764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D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55C66DDF-93ED-C68C-EDAB-45F6FA5CEEDA}"/>
              </a:ext>
            </a:extLst>
          </p:cNvPr>
          <p:cNvSpPr txBox="1"/>
          <p:nvPr/>
        </p:nvSpPr>
        <p:spPr>
          <a:xfrm>
            <a:off x="12441515" y="1796203"/>
            <a:ext cx="1090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 C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右大括号 224">
            <a:extLst>
              <a:ext uri="{FF2B5EF4-FFF2-40B4-BE49-F238E27FC236}">
                <a16:creationId xmlns:a16="http://schemas.microsoft.com/office/drawing/2014/main" id="{5AF48B14-AD4A-0941-9182-0CDFEB04BC2B}"/>
              </a:ext>
            </a:extLst>
          </p:cNvPr>
          <p:cNvSpPr/>
          <p:nvPr/>
        </p:nvSpPr>
        <p:spPr>
          <a:xfrm rot="16200000">
            <a:off x="13393701" y="695687"/>
            <a:ext cx="161437" cy="1964074"/>
          </a:xfrm>
          <a:prstGeom prst="rightBrace">
            <a:avLst>
              <a:gd name="adj1" fmla="val 121616"/>
              <a:gd name="adj2" fmla="val 50232"/>
            </a:avLst>
          </a:prstGeom>
          <a:ln w="57150">
            <a:solidFill>
              <a:srgbClr val="FF9A9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4205780B-82CD-CFBE-DAC5-9F230AB789D3}"/>
              </a:ext>
            </a:extLst>
          </p:cNvPr>
          <p:cNvSpPr txBox="1"/>
          <p:nvPr/>
        </p:nvSpPr>
        <p:spPr>
          <a:xfrm>
            <a:off x="10392107" y="818077"/>
            <a:ext cx="40988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VGG-11 trained on CIFAR-10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8EED61-6892-8236-0B17-5D73606AB43A}"/>
              </a:ext>
            </a:extLst>
          </p:cNvPr>
          <p:cNvGrpSpPr/>
          <p:nvPr/>
        </p:nvGrpSpPr>
        <p:grpSpPr>
          <a:xfrm>
            <a:off x="956603" y="3167420"/>
            <a:ext cx="1696951" cy="1733545"/>
            <a:chOff x="1269544" y="1606879"/>
            <a:chExt cx="1696951" cy="173354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0D5907E-4280-F87D-00FF-0B17B61A2185}"/>
                </a:ext>
              </a:extLst>
            </p:cNvPr>
            <p:cNvSpPr txBox="1"/>
            <p:nvPr/>
          </p:nvSpPr>
          <p:spPr>
            <a:xfrm>
              <a:off x="1366021" y="2589161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5A24155-30E5-56C7-2AEE-CA1553725505}"/>
                </a:ext>
              </a:extLst>
            </p:cNvPr>
            <p:cNvSpPr txBox="1"/>
            <p:nvPr/>
          </p:nvSpPr>
          <p:spPr>
            <a:xfrm>
              <a:off x="1935026" y="250050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758476E-7E92-54D9-06DC-0025C8B4E5E4}"/>
                </a:ext>
              </a:extLst>
            </p:cNvPr>
            <p:cNvSpPr txBox="1"/>
            <p:nvPr/>
          </p:nvSpPr>
          <p:spPr>
            <a:xfrm>
              <a:off x="2166598" y="1632649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6B7E274-7BE0-FE63-E627-3DF8852157E1}"/>
                </a:ext>
              </a:extLst>
            </p:cNvPr>
            <p:cNvSpPr txBox="1"/>
            <p:nvPr/>
          </p:nvSpPr>
          <p:spPr>
            <a:xfrm>
              <a:off x="2634353" y="1756295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C28AAB5-D217-CE50-03C7-94D034DA364F}"/>
                </a:ext>
              </a:extLst>
            </p:cNvPr>
            <p:cNvSpPr txBox="1"/>
            <p:nvPr/>
          </p:nvSpPr>
          <p:spPr>
            <a:xfrm>
              <a:off x="1269544" y="1606879"/>
              <a:ext cx="12964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Four</a:t>
              </a: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timepoints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E270C05-9367-BF3B-7BA8-2B2DC8E02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7925" y="2216080"/>
              <a:ext cx="74043" cy="42137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AC1CF3D-1D5B-E3B1-CCF7-7DDDD1819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9390" y="2231027"/>
              <a:ext cx="123636" cy="351199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1553AC6-6879-AEEF-3C2D-663D03F254D8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2364840" y="1925572"/>
              <a:ext cx="269513" cy="71401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0FA0D1E-3E13-1742-6E6D-72494C4B58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6656" y="1830033"/>
              <a:ext cx="178714" cy="52181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7895D1D2-41C5-F1C8-0408-0A2768578E6F}"/>
                </a:ext>
              </a:extLst>
            </p:cNvPr>
            <p:cNvSpPr txBox="1"/>
            <p:nvPr/>
          </p:nvSpPr>
          <p:spPr>
            <a:xfrm>
              <a:off x="1749383" y="2940314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epoch</a:t>
              </a:r>
              <a:endPara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1196603C-6F7E-39DE-4EA2-168990F5AE14}"/>
              </a:ext>
            </a:extLst>
          </p:cNvPr>
          <p:cNvSpPr txBox="1"/>
          <p:nvPr/>
        </p:nvSpPr>
        <p:spPr>
          <a:xfrm>
            <a:off x="1247687" y="2776025"/>
            <a:ext cx="119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gap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0C5232-8FE3-51C5-3DB9-56ACB0A75CB1}"/>
              </a:ext>
            </a:extLst>
          </p:cNvPr>
          <p:cNvSpPr txBox="1"/>
          <p:nvPr/>
        </p:nvSpPr>
        <p:spPr>
          <a:xfrm>
            <a:off x="8607840" y="4415784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DF8D748-3D8B-4EA8-4FE7-2D283A0D8277}"/>
              </a:ext>
            </a:extLst>
          </p:cNvPr>
          <p:cNvSpPr txBox="1"/>
          <p:nvPr/>
        </p:nvSpPr>
        <p:spPr>
          <a:xfrm>
            <a:off x="8255134" y="3881528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98A3F4C-0A2C-19C7-3AC3-9DD98D4BEB3C}"/>
              </a:ext>
            </a:extLst>
          </p:cNvPr>
          <p:cNvSpPr txBox="1"/>
          <p:nvPr/>
        </p:nvSpPr>
        <p:spPr>
          <a:xfrm>
            <a:off x="8816861" y="3881528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EF4EACA-935A-EC3A-CFC4-E068AFFECDCA}"/>
              </a:ext>
            </a:extLst>
          </p:cNvPr>
          <p:cNvSpPr txBox="1"/>
          <p:nvPr/>
        </p:nvSpPr>
        <p:spPr>
          <a:xfrm>
            <a:off x="9306341" y="3026509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5629C88-2A24-6D0C-A112-4F55B7FD3E68}"/>
              </a:ext>
            </a:extLst>
          </p:cNvPr>
          <p:cNvSpPr txBox="1"/>
          <p:nvPr/>
        </p:nvSpPr>
        <p:spPr>
          <a:xfrm>
            <a:off x="9090205" y="362278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2984212-18A1-464C-3B75-9F887BE31B67}"/>
              </a:ext>
            </a:extLst>
          </p:cNvPr>
          <p:cNvCxnSpPr>
            <a:cxnSpLocks/>
          </p:cNvCxnSpPr>
          <p:nvPr/>
        </p:nvCxnSpPr>
        <p:spPr>
          <a:xfrm>
            <a:off x="7930541" y="1865331"/>
            <a:ext cx="3232" cy="3708819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AA176A65-1F19-DC87-3308-4FC47BDD37C7}"/>
              </a:ext>
            </a:extLst>
          </p:cNvPr>
          <p:cNvSpPr txBox="1"/>
          <p:nvPr/>
        </p:nvSpPr>
        <p:spPr>
          <a:xfrm>
            <a:off x="14490923" y="4050805"/>
            <a:ext cx="40258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real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</a:p>
          <a:p>
            <a:pPr algn="ctr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theoretically 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distributions</a:t>
            </a:r>
          </a:p>
        </p:txBody>
      </p:sp>
      <p:sp>
        <p:nvSpPr>
          <p:cNvPr id="80" name="右大括号 79">
            <a:extLst>
              <a:ext uri="{FF2B5EF4-FFF2-40B4-BE49-F238E27FC236}">
                <a16:creationId xmlns:a16="http://schemas.microsoft.com/office/drawing/2014/main" id="{4707B60B-1B00-F482-1186-FA3E55B54C75}"/>
              </a:ext>
            </a:extLst>
          </p:cNvPr>
          <p:cNvSpPr/>
          <p:nvPr/>
        </p:nvSpPr>
        <p:spPr>
          <a:xfrm rot="16200000">
            <a:off x="12308521" y="3238626"/>
            <a:ext cx="298682" cy="3482100"/>
          </a:xfrm>
          <a:prstGeom prst="rightBrace">
            <a:avLst>
              <a:gd name="adj1" fmla="val 51562"/>
              <a:gd name="adj2" fmla="val 5110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BB7A899-428D-9A7C-F1B0-F04FBA496CFD}"/>
              </a:ext>
            </a:extLst>
          </p:cNvPr>
          <p:cNvSpPr txBox="1"/>
          <p:nvPr/>
        </p:nvSpPr>
        <p:spPr>
          <a:xfrm>
            <a:off x="14755068" y="1663230"/>
            <a:ext cx="349483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797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learning phase:</a:t>
            </a:r>
          </a:p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penalizing interactions in the spindle-shaped distribution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FF9EFBB-374C-0001-0CAA-0C420FAE02B3}"/>
              </a:ext>
            </a:extLst>
          </p:cNvPr>
          <p:cNvSpPr txBox="1"/>
          <p:nvPr/>
        </p:nvSpPr>
        <p:spPr>
          <a:xfrm>
            <a:off x="14781188" y="2708442"/>
            <a:ext cx="349483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FF3B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Over-fitting phase:</a:t>
            </a:r>
            <a:endParaRPr lang="zh-CN" altLang="en-US" sz="2400" dirty="0">
              <a:solidFill>
                <a:srgbClr val="FF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interactions in the spindle-shaped distribution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5C2CEAD7-6462-D2B3-6E85-3FE691467C62}"/>
              </a:ext>
            </a:extLst>
          </p:cNvPr>
          <p:cNvSpPr txBox="1"/>
          <p:nvPr/>
        </p:nvSpPr>
        <p:spPr>
          <a:xfrm>
            <a:off x="8191020" y="3045802"/>
            <a:ext cx="1220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timepoints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FFB1F1CC-8134-8C77-86FF-F71CC29830AC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8421205" y="3629119"/>
            <a:ext cx="109140" cy="25241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F6B150D4-53F5-836A-1A47-9C249A99A675}"/>
              </a:ext>
            </a:extLst>
          </p:cNvPr>
          <p:cNvCxnSpPr>
            <a:cxnSpLocks/>
            <a:endCxn id="201" idx="2"/>
          </p:cNvCxnSpPr>
          <p:nvPr/>
        </p:nvCxnSpPr>
        <p:spPr>
          <a:xfrm flipH="1" flipV="1">
            <a:off x="8801074" y="3692133"/>
            <a:ext cx="90967" cy="18808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97DAD33A-E1A9-3E99-7BEF-676A0D740F62}"/>
              </a:ext>
            </a:extLst>
          </p:cNvPr>
          <p:cNvCxnSpPr>
            <a:cxnSpLocks/>
          </p:cNvCxnSpPr>
          <p:nvPr/>
        </p:nvCxnSpPr>
        <p:spPr>
          <a:xfrm flipH="1" flipV="1">
            <a:off x="9038407" y="3633684"/>
            <a:ext cx="99167" cy="7720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5369FC93-46E7-96E3-AE05-F7DA2CC2CC91}"/>
              </a:ext>
            </a:extLst>
          </p:cNvPr>
          <p:cNvCxnSpPr>
            <a:cxnSpLocks/>
          </p:cNvCxnSpPr>
          <p:nvPr/>
        </p:nvCxnSpPr>
        <p:spPr>
          <a:xfrm flipH="1">
            <a:off x="8992785" y="3211354"/>
            <a:ext cx="356454" cy="14996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1D4BF2F3-128F-D8BB-7686-67F948D2AC3D}"/>
              </a:ext>
            </a:extLst>
          </p:cNvPr>
          <p:cNvSpPr txBox="1"/>
          <p:nvPr/>
        </p:nvSpPr>
        <p:spPr>
          <a:xfrm>
            <a:off x="3190029" y="4822463"/>
            <a:ext cx="461665" cy="75918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resdual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4C24F5D-0F79-07A2-E844-90676951F21B}"/>
                  </a:ext>
                </a:extLst>
              </p:cNvPr>
              <p:cNvSpPr txBox="1"/>
              <p:nvPr/>
            </p:nvSpPr>
            <p:spPr>
              <a:xfrm>
                <a:off x="2937986" y="2217676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4C24F5D-0F79-07A2-E844-90676951F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986" y="2217676"/>
                <a:ext cx="743971" cy="3879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9210B12-BCF5-D3DE-3C01-A447974E6D69}"/>
                  </a:ext>
                </a:extLst>
              </p:cNvPr>
              <p:cNvSpPr txBox="1"/>
              <p:nvPr/>
            </p:nvSpPr>
            <p:spPr>
              <a:xfrm>
                <a:off x="2942394" y="2583760"/>
                <a:ext cx="743971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9210B12-BCF5-D3DE-3C01-A447974E6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394" y="2583760"/>
                <a:ext cx="743971" cy="3879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图形 47" descr="箭头: 顺时针弯曲 纯色填充">
            <a:extLst>
              <a:ext uri="{FF2B5EF4-FFF2-40B4-BE49-F238E27FC236}">
                <a16:creationId xmlns:a16="http://schemas.microsoft.com/office/drawing/2014/main" id="{4F6C2110-E8F3-85E0-A0BD-C8CBD5FC8DA2}"/>
              </a:ext>
            </a:extLst>
          </p:cNvPr>
          <p:cNvSpPr/>
          <p:nvPr/>
        </p:nvSpPr>
        <p:spPr>
          <a:xfrm rot="3585524" flipH="1">
            <a:off x="13037163" y="1563589"/>
            <a:ext cx="524288" cy="3438195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7979FF">
              <a:alpha val="30196"/>
            </a:srgbClr>
          </a:solidFill>
          <a:ln w="12700" cap="flat">
            <a:solidFill>
              <a:srgbClr val="7979F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图形 47" descr="箭头: 顺时针弯曲 纯色填充">
            <a:extLst>
              <a:ext uri="{FF2B5EF4-FFF2-40B4-BE49-F238E27FC236}">
                <a16:creationId xmlns:a16="http://schemas.microsoft.com/office/drawing/2014/main" id="{0D28BAAD-6E03-A3D9-89AC-544A6254A033}"/>
              </a:ext>
            </a:extLst>
          </p:cNvPr>
          <p:cNvSpPr/>
          <p:nvPr/>
        </p:nvSpPr>
        <p:spPr>
          <a:xfrm rot="2534041" flipH="1">
            <a:off x="14162848" y="3389959"/>
            <a:ext cx="585418" cy="941143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FF9A9B">
              <a:alpha val="30196"/>
            </a:srgbClr>
          </a:solidFill>
          <a:ln w="12700" cap="flat">
            <a:solidFill>
              <a:srgbClr val="FF9A9B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图形 47" descr="箭头: 顺时针弯曲 纯色填充">
            <a:extLst>
              <a:ext uri="{FF2B5EF4-FFF2-40B4-BE49-F238E27FC236}">
                <a16:creationId xmlns:a16="http://schemas.microsoft.com/office/drawing/2014/main" id="{4EBA7734-1A0F-C51F-3C87-CAB2542C052C}"/>
              </a:ext>
            </a:extLst>
          </p:cNvPr>
          <p:cNvSpPr/>
          <p:nvPr/>
        </p:nvSpPr>
        <p:spPr>
          <a:xfrm rot="3031229" flipH="1">
            <a:off x="14272936" y="4494252"/>
            <a:ext cx="585418" cy="720883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0196"/>
            </a:schemeClr>
          </a:solidFill>
          <a:ln w="12700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8A7BA0FA-C9A8-AB1A-E402-CB7716B27B36}"/>
              </a:ext>
            </a:extLst>
          </p:cNvPr>
          <p:cNvSpPr/>
          <p:nvPr/>
        </p:nvSpPr>
        <p:spPr>
          <a:xfrm rot="16200000">
            <a:off x="4563001" y="832137"/>
            <a:ext cx="148628" cy="1819574"/>
          </a:xfrm>
          <a:prstGeom prst="rightBrace">
            <a:avLst>
              <a:gd name="adj1" fmla="val 73274"/>
              <a:gd name="adj2" fmla="val 50232"/>
            </a:avLst>
          </a:prstGeom>
          <a:ln w="57150">
            <a:solidFill>
              <a:srgbClr val="9998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5ECCB20A-840A-3943-0E59-08BEE8BFA7F1}"/>
              </a:ext>
            </a:extLst>
          </p:cNvPr>
          <p:cNvSpPr/>
          <p:nvPr/>
        </p:nvSpPr>
        <p:spPr>
          <a:xfrm rot="16200000">
            <a:off x="6668825" y="753482"/>
            <a:ext cx="161437" cy="1964074"/>
          </a:xfrm>
          <a:prstGeom prst="rightBrace">
            <a:avLst>
              <a:gd name="adj1" fmla="val 121616"/>
              <a:gd name="adj2" fmla="val 50232"/>
            </a:avLst>
          </a:prstGeom>
          <a:ln w="57150">
            <a:solidFill>
              <a:srgbClr val="FF9A9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34443695-E41D-991B-CCBB-B6FC214DD172}"/>
              </a:ext>
            </a:extLst>
          </p:cNvPr>
          <p:cNvSpPr/>
          <p:nvPr/>
        </p:nvSpPr>
        <p:spPr>
          <a:xfrm rot="16200000">
            <a:off x="11026995" y="3440992"/>
            <a:ext cx="156039" cy="1305222"/>
          </a:xfrm>
          <a:prstGeom prst="rightBrace">
            <a:avLst>
              <a:gd name="adj1" fmla="val 73274"/>
              <a:gd name="adj2" fmla="val 50232"/>
            </a:avLst>
          </a:prstGeom>
          <a:ln w="57150">
            <a:solidFill>
              <a:srgbClr val="9998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47374828-ADC8-DA67-0645-BDB0A39B6F48}"/>
              </a:ext>
            </a:extLst>
          </p:cNvPr>
          <p:cNvSpPr/>
          <p:nvPr/>
        </p:nvSpPr>
        <p:spPr>
          <a:xfrm rot="16200000">
            <a:off x="13347921" y="3405708"/>
            <a:ext cx="146369" cy="1461121"/>
          </a:xfrm>
          <a:prstGeom prst="rightBrace">
            <a:avLst>
              <a:gd name="adj1" fmla="val 121616"/>
              <a:gd name="adj2" fmla="val 50232"/>
            </a:avLst>
          </a:prstGeom>
          <a:ln w="57150">
            <a:solidFill>
              <a:srgbClr val="FF9A9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C88E9CD5-E0F4-0A5F-0850-ECEC5812A320}"/>
              </a:ext>
            </a:extLst>
          </p:cNvPr>
          <p:cNvSpPr/>
          <p:nvPr/>
        </p:nvSpPr>
        <p:spPr>
          <a:xfrm>
            <a:off x="2786588" y="1999401"/>
            <a:ext cx="227660" cy="3559965"/>
          </a:xfrm>
          <a:prstGeom prst="leftBrace">
            <a:avLst>
              <a:gd name="adj1" fmla="val 128062"/>
              <a:gd name="adj2" fmla="val 4783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左大括号 40">
            <a:extLst>
              <a:ext uri="{FF2B5EF4-FFF2-40B4-BE49-F238E27FC236}">
                <a16:creationId xmlns:a16="http://schemas.microsoft.com/office/drawing/2014/main" id="{F08E3C03-6009-E03D-6409-0098283381E5}"/>
              </a:ext>
            </a:extLst>
          </p:cNvPr>
          <p:cNvSpPr/>
          <p:nvPr/>
        </p:nvSpPr>
        <p:spPr>
          <a:xfrm>
            <a:off x="9955142" y="1999401"/>
            <a:ext cx="227660" cy="3559965"/>
          </a:xfrm>
          <a:prstGeom prst="leftBrace">
            <a:avLst>
              <a:gd name="adj1" fmla="val 128062"/>
              <a:gd name="adj2" fmla="val 4783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22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22181</TotalTime>
  <Words>796</Words>
  <Application>Microsoft Macintosh PowerPoint</Application>
  <PresentationFormat>自定义</PresentationFormat>
  <Paragraphs>252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Microsoft Office User</cp:lastModifiedBy>
  <cp:revision>80</cp:revision>
  <cp:lastPrinted>2025-05-06T06:43:24Z</cp:lastPrinted>
  <dcterms:created xsi:type="dcterms:W3CDTF">2025-01-16T21:47:37Z</dcterms:created>
  <dcterms:modified xsi:type="dcterms:W3CDTF">2025-05-15T09:30:13Z</dcterms:modified>
</cp:coreProperties>
</file>
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3"/>
  </p:notesMasterIdLst>
  <p:sldIdLst>
    <p:sldId id="292" r:id="rId2"/>
  </p:sldIdLst>
  <p:sldSz cx="10799763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3E13263-2738-5C48-88A7-742FCB226D15}">
          <p14:sldIdLst>
            <p14:sldId id="292"/>
          </p14:sldIdLst>
        </p14:section>
        <p14:section name="icml" id="{51BFC681-E8E4-6442-86B6-F59BBAE832BB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175" userDrawn="1">
          <p15:clr>
            <a:srgbClr val="A4A3A4"/>
          </p15:clr>
        </p15:guide>
        <p15:guide id="2" pos="340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1C0"/>
    <a:srgbClr val="DEEBF7"/>
    <a:srgbClr val="F1A7B8"/>
    <a:srgbClr val="77DCDD"/>
    <a:srgbClr val="EDA4DD"/>
    <a:srgbClr val="A80000"/>
    <a:srgbClr val="0C62EB"/>
    <a:srgbClr val="000000"/>
    <a:srgbClr val="12893F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491" autoAdjust="0"/>
    <p:restoredTop sz="80952" autoAdjust="0"/>
  </p:normalViewPr>
  <p:slideViewPr>
    <p:cSldViewPr snapToGrid="0" showGuides="1">
      <p:cViewPr varScale="1">
        <p:scale>
          <a:sx n="133" d="100"/>
          <a:sy n="133" d="100"/>
        </p:scale>
        <p:origin x="1272" y="184"/>
      </p:cViewPr>
      <p:guideLst>
        <p:guide orient="horz" pos="3175"/>
        <p:guide pos="34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5476BD-48CA-4E31-A88D-4874B0DC58A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3825" y="1143000"/>
            <a:ext cx="66103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3F866-DD84-4EAF-9ACC-B08D73E8BC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546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16778" rtl="0" eaLnBrk="1" latinLnBrk="0" hangingPunct="1">
      <a:defRPr sz="416" kern="1200">
        <a:solidFill>
          <a:schemeClr val="tx1"/>
        </a:solidFill>
        <a:latin typeface="+mn-lt"/>
        <a:ea typeface="+mn-ea"/>
        <a:cs typeface="+mn-cs"/>
      </a:defRPr>
    </a:lvl1pPr>
    <a:lvl2pPr marL="158389" algn="l" defTabSz="316778" rtl="0" eaLnBrk="1" latinLnBrk="0" hangingPunct="1">
      <a:defRPr sz="416" kern="1200">
        <a:solidFill>
          <a:schemeClr val="tx1"/>
        </a:solidFill>
        <a:latin typeface="+mn-lt"/>
        <a:ea typeface="+mn-ea"/>
        <a:cs typeface="+mn-cs"/>
      </a:defRPr>
    </a:lvl2pPr>
    <a:lvl3pPr marL="316778" algn="l" defTabSz="316778" rtl="0" eaLnBrk="1" latinLnBrk="0" hangingPunct="1">
      <a:defRPr sz="416" kern="1200">
        <a:solidFill>
          <a:schemeClr val="tx1"/>
        </a:solidFill>
        <a:latin typeface="+mn-lt"/>
        <a:ea typeface="+mn-ea"/>
        <a:cs typeface="+mn-cs"/>
      </a:defRPr>
    </a:lvl3pPr>
    <a:lvl4pPr marL="475166" algn="l" defTabSz="316778" rtl="0" eaLnBrk="1" latinLnBrk="0" hangingPunct="1">
      <a:defRPr sz="416" kern="1200">
        <a:solidFill>
          <a:schemeClr val="tx1"/>
        </a:solidFill>
        <a:latin typeface="+mn-lt"/>
        <a:ea typeface="+mn-ea"/>
        <a:cs typeface="+mn-cs"/>
      </a:defRPr>
    </a:lvl4pPr>
    <a:lvl5pPr marL="633555" algn="l" defTabSz="316778" rtl="0" eaLnBrk="1" latinLnBrk="0" hangingPunct="1">
      <a:defRPr sz="416" kern="1200">
        <a:solidFill>
          <a:schemeClr val="tx1"/>
        </a:solidFill>
        <a:latin typeface="+mn-lt"/>
        <a:ea typeface="+mn-ea"/>
        <a:cs typeface="+mn-cs"/>
      </a:defRPr>
    </a:lvl5pPr>
    <a:lvl6pPr marL="791943" algn="l" defTabSz="316778" rtl="0" eaLnBrk="1" latinLnBrk="0" hangingPunct="1">
      <a:defRPr sz="416" kern="1200">
        <a:solidFill>
          <a:schemeClr val="tx1"/>
        </a:solidFill>
        <a:latin typeface="+mn-lt"/>
        <a:ea typeface="+mn-ea"/>
        <a:cs typeface="+mn-cs"/>
      </a:defRPr>
    </a:lvl6pPr>
    <a:lvl7pPr marL="950332" algn="l" defTabSz="316778" rtl="0" eaLnBrk="1" latinLnBrk="0" hangingPunct="1">
      <a:defRPr sz="416" kern="1200">
        <a:solidFill>
          <a:schemeClr val="tx1"/>
        </a:solidFill>
        <a:latin typeface="+mn-lt"/>
        <a:ea typeface="+mn-ea"/>
        <a:cs typeface="+mn-cs"/>
      </a:defRPr>
    </a:lvl7pPr>
    <a:lvl8pPr marL="1108721" algn="l" defTabSz="316778" rtl="0" eaLnBrk="1" latinLnBrk="0" hangingPunct="1">
      <a:defRPr sz="416" kern="1200">
        <a:solidFill>
          <a:schemeClr val="tx1"/>
        </a:solidFill>
        <a:latin typeface="+mn-lt"/>
        <a:ea typeface="+mn-ea"/>
        <a:cs typeface="+mn-cs"/>
      </a:defRPr>
    </a:lvl8pPr>
    <a:lvl9pPr marL="1267110" algn="l" defTabSz="316778" rtl="0" eaLnBrk="1" latinLnBrk="0" hangingPunct="1">
      <a:defRPr sz="41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A93BA-DAF2-F300-F600-6840B76CF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853A06-74DB-78A1-DC10-3A373B016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3825" y="1143000"/>
            <a:ext cx="66103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0C6CBC-BFFB-09A0-51FF-25CE45387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CF366D-BAB4-998E-1EC3-C88C35FE77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3F866-DD84-4EAF-9ACC-B08D73E8BCE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716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824885"/>
            <a:ext cx="8099822" cy="1754776"/>
          </a:xfrm>
        </p:spPr>
        <p:txBody>
          <a:bodyPr anchor="b"/>
          <a:lstStyle>
            <a:lvl1pPr algn="ctr">
              <a:defRPr sz="441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647331"/>
            <a:ext cx="8099822" cy="1216909"/>
          </a:xfrm>
        </p:spPr>
        <p:txBody>
          <a:bodyPr/>
          <a:lstStyle>
            <a:lvl1pPr marL="0" indent="0" algn="ctr">
              <a:buNone/>
              <a:defRPr sz="1764"/>
            </a:lvl1pPr>
            <a:lvl2pPr marL="336042" indent="0" algn="ctr">
              <a:buNone/>
              <a:defRPr sz="1470"/>
            </a:lvl2pPr>
            <a:lvl3pPr marL="672084" indent="0" algn="ctr">
              <a:buNone/>
              <a:defRPr sz="1323"/>
            </a:lvl3pPr>
            <a:lvl4pPr marL="1008126" indent="0" algn="ctr">
              <a:buNone/>
              <a:defRPr sz="1176"/>
            </a:lvl4pPr>
            <a:lvl5pPr marL="1344168" indent="0" algn="ctr">
              <a:buNone/>
              <a:defRPr sz="1176"/>
            </a:lvl5pPr>
            <a:lvl6pPr marL="1680210" indent="0" algn="ctr">
              <a:buNone/>
              <a:defRPr sz="1176"/>
            </a:lvl6pPr>
            <a:lvl7pPr marL="2016252" indent="0" algn="ctr">
              <a:buNone/>
              <a:defRPr sz="1176"/>
            </a:lvl7pPr>
            <a:lvl8pPr marL="2352294" indent="0" algn="ctr">
              <a:buNone/>
              <a:defRPr sz="1176"/>
            </a:lvl8pPr>
            <a:lvl9pPr marL="2688336" indent="0" algn="ctr">
              <a:buNone/>
              <a:defRPr sz="117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799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892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256579"/>
            <a:ext cx="9314796" cy="2096630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3373044"/>
            <a:ext cx="9314796" cy="1102568"/>
          </a:xfrm>
        </p:spPr>
        <p:txBody>
          <a:bodyPr/>
          <a:lstStyle>
            <a:lvl1pPr marL="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1pPr>
            <a:lvl2pPr marL="336042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2pPr>
            <a:lvl3pPr marL="672084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00812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4pPr>
            <a:lvl5pPr marL="1344168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5pPr>
            <a:lvl6pPr marL="1680210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6pPr>
            <a:lvl7pPr marL="2016252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7pPr>
            <a:lvl8pPr marL="235229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8pPr>
            <a:lvl9pPr marL="268833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23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341750"/>
            <a:ext cx="4589899" cy="31980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341750"/>
            <a:ext cx="4589899" cy="31980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356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68350"/>
            <a:ext cx="9314796" cy="97422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235577"/>
            <a:ext cx="4568806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841114"/>
            <a:ext cx="4568806" cy="270800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235577"/>
            <a:ext cx="4591306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841114"/>
            <a:ext cx="4591306" cy="270800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9967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7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549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36021"/>
            <a:ext cx="3483204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725712"/>
            <a:ext cx="5467380" cy="3581889"/>
          </a:xfrm>
        </p:spPr>
        <p:txBody>
          <a:bodyPr/>
          <a:lstStyle>
            <a:lvl1pPr>
              <a:defRPr sz="2352"/>
            </a:lvl1pPr>
            <a:lvl2pPr>
              <a:defRPr sz="2058"/>
            </a:lvl2pPr>
            <a:lvl3pPr>
              <a:defRPr sz="1764"/>
            </a:lvl3pPr>
            <a:lvl4pPr>
              <a:defRPr sz="1470"/>
            </a:lvl4pPr>
            <a:lvl5pPr>
              <a:defRPr sz="1470"/>
            </a:lvl5pPr>
            <a:lvl6pPr>
              <a:defRPr sz="1470"/>
            </a:lvl6pPr>
            <a:lvl7pPr>
              <a:defRPr sz="1470"/>
            </a:lvl7pPr>
            <a:lvl8pPr>
              <a:defRPr sz="1470"/>
            </a:lvl8pPr>
            <a:lvl9pPr>
              <a:defRPr sz="147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512094"/>
            <a:ext cx="3483204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944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36021"/>
            <a:ext cx="3483204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725712"/>
            <a:ext cx="5467380" cy="3581889"/>
          </a:xfrm>
        </p:spPr>
        <p:txBody>
          <a:bodyPr anchor="t"/>
          <a:lstStyle>
            <a:lvl1pPr marL="0" indent="0">
              <a:buNone/>
              <a:defRPr sz="2352"/>
            </a:lvl1pPr>
            <a:lvl2pPr marL="336042" indent="0">
              <a:buNone/>
              <a:defRPr sz="2058"/>
            </a:lvl2pPr>
            <a:lvl3pPr marL="672084" indent="0">
              <a:buNone/>
              <a:defRPr sz="1764"/>
            </a:lvl3pPr>
            <a:lvl4pPr marL="1008126" indent="0">
              <a:buNone/>
              <a:defRPr sz="1470"/>
            </a:lvl4pPr>
            <a:lvl5pPr marL="1344168" indent="0">
              <a:buNone/>
              <a:defRPr sz="1470"/>
            </a:lvl5pPr>
            <a:lvl6pPr marL="1680210" indent="0">
              <a:buNone/>
              <a:defRPr sz="1470"/>
            </a:lvl6pPr>
            <a:lvl7pPr marL="2016252" indent="0">
              <a:buNone/>
              <a:defRPr sz="1470"/>
            </a:lvl7pPr>
            <a:lvl8pPr marL="2352294" indent="0">
              <a:buNone/>
              <a:defRPr sz="1470"/>
            </a:lvl8pPr>
            <a:lvl9pPr marL="2688336" indent="0">
              <a:buNone/>
              <a:defRPr sz="147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512094"/>
            <a:ext cx="3483204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697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877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268350"/>
            <a:ext cx="2328699" cy="427143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68350"/>
            <a:ext cx="6851100" cy="427143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091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68350"/>
            <a:ext cx="9314796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341750"/>
            <a:ext cx="9314796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4671624"/>
            <a:ext cx="2429947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B3AE4-A5CA-47AA-8DFB-BE309A19301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4671624"/>
            <a:ext cx="3644920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4671624"/>
            <a:ext cx="2429947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6939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672084" rtl="0" eaLnBrk="1" latinLnBrk="0" hangingPunct="1">
        <a:lnSpc>
          <a:spcPct val="90000"/>
        </a:lnSpc>
        <a:spcBef>
          <a:spcPct val="0"/>
        </a:spcBef>
        <a:buNone/>
        <a:defRPr sz="32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021" indent="-168021" algn="l" defTabSz="672084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58" kern="1200">
          <a:solidFill>
            <a:schemeClr val="tx1"/>
          </a:solidFill>
          <a:latin typeface="+mn-lt"/>
          <a:ea typeface="+mn-ea"/>
          <a:cs typeface="+mn-cs"/>
        </a:defRPr>
      </a:lvl1pPr>
      <a:lvl2pPr marL="50406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3pPr>
      <a:lvl4pPr marL="117614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512189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848231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18427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85635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3604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3pPr>
      <a:lvl4pPr marL="100812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344168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68021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01625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35229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68833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56B07-2A6E-1F4D-580A-514301EC6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4F70B01-8C2F-4D09-CD72-05781A5D1068}"/>
              </a:ext>
            </a:extLst>
          </p:cNvPr>
          <p:cNvSpPr/>
          <p:nvPr/>
        </p:nvSpPr>
        <p:spPr>
          <a:xfrm>
            <a:off x="7808259" y="4666"/>
            <a:ext cx="2991504" cy="360000"/>
          </a:xfrm>
          <a:prstGeom prst="rect">
            <a:avLst/>
          </a:prstGeom>
          <a:solidFill>
            <a:schemeClr val="accent2">
              <a:lumMod val="75000"/>
              <a:alpha val="1490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900"/>
              </a:lnSpc>
              <a:defRPr/>
            </a:pPr>
            <a:r>
              <a:rPr lang="en-US" altLang="zh-CN" sz="14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Distri. of </a:t>
            </a:r>
            <a:r>
              <a:rPr lang="en-US" altLang="zh-CN" sz="1400" b="1" dirty="0">
                <a:solidFill>
                  <a:srgbClr val="ED7D3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Non-gen. 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interactions</a:t>
            </a:r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400FB15-0788-E8D5-E8D2-B8F03DE7A37B}"/>
              </a:ext>
            </a:extLst>
          </p:cNvPr>
          <p:cNvSpPr/>
          <p:nvPr/>
        </p:nvSpPr>
        <p:spPr>
          <a:xfrm>
            <a:off x="4350374" y="4666"/>
            <a:ext cx="3184533" cy="360000"/>
          </a:xfrm>
          <a:prstGeom prst="rect">
            <a:avLst/>
          </a:prstGeom>
          <a:solidFill>
            <a:schemeClr val="accent6">
              <a:lumMod val="75000"/>
              <a:alpha val="1490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900"/>
              </a:lnSpc>
              <a:defRPr/>
            </a:pPr>
            <a:r>
              <a:rPr lang="en-US" altLang="zh-CN" sz="14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Distri. of </a:t>
            </a:r>
            <a:r>
              <a:rPr lang="en-US" altLang="zh-CN" sz="1400" b="1" dirty="0">
                <a:solidFill>
                  <a:srgbClr val="70AD47">
                    <a:lumMod val="75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Generalizable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interactions</a:t>
            </a:r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B6E0BA2-A8CD-AB99-D535-A9CFF7D1C475}"/>
              </a:ext>
            </a:extLst>
          </p:cNvPr>
          <p:cNvSpPr/>
          <p:nvPr/>
        </p:nvSpPr>
        <p:spPr>
          <a:xfrm>
            <a:off x="1353672" y="4666"/>
            <a:ext cx="2728893" cy="360000"/>
          </a:xfrm>
          <a:prstGeom prst="rect">
            <a:avLst/>
          </a:prstGeom>
          <a:solidFill>
            <a:schemeClr val="accent4">
              <a:lumMod val="75000"/>
              <a:alpha val="1490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900"/>
              </a:lnSpc>
              <a:defRPr/>
            </a:pPr>
            <a:r>
              <a:rPr kumimoji="1" lang="en-US" altLang="zh-CN" sz="14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﻿Distribution of </a:t>
            </a:r>
            <a:r>
              <a:rPr kumimoji="1" lang="en-US" altLang="zh-CN" sz="1400" b="1" dirty="0">
                <a:solidFill>
                  <a:srgbClr val="FFC000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all</a:t>
            </a:r>
            <a:r>
              <a:rPr kumimoji="1" lang="en-US" altLang="zh-CN" sz="14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interactions</a:t>
            </a:r>
            <a:endParaRPr kumimoji="1"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59DB538-947B-E96E-9235-BD7EB30485FE}"/>
              </a:ext>
            </a:extLst>
          </p:cNvPr>
          <p:cNvSpPr txBox="1"/>
          <p:nvPr/>
        </p:nvSpPr>
        <p:spPr>
          <a:xfrm>
            <a:off x="4066426" y="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=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20EEF09-E1DD-4EE5-F072-78C3AA2FE284}"/>
              </a:ext>
            </a:extLst>
          </p:cNvPr>
          <p:cNvSpPr txBox="1"/>
          <p:nvPr/>
        </p:nvSpPr>
        <p:spPr>
          <a:xfrm>
            <a:off x="7518767" y="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+</a:t>
            </a:r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3C7F0C7-0480-2695-B648-ADAF728334D4}"/>
              </a:ext>
            </a:extLst>
          </p:cNvPr>
          <p:cNvSpPr txBox="1"/>
          <p:nvPr/>
        </p:nvSpPr>
        <p:spPr>
          <a:xfrm>
            <a:off x="-77444" y="651946"/>
            <a:ext cx="1456842" cy="585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ResNet-20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CIFAR-10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E153970-27E9-3B08-4960-A66815AD7EC1}"/>
              </a:ext>
            </a:extLst>
          </p:cNvPr>
          <p:cNvSpPr txBox="1"/>
          <p:nvPr/>
        </p:nvSpPr>
        <p:spPr>
          <a:xfrm>
            <a:off x="-38697" y="4048943"/>
            <a:ext cx="1379349" cy="585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Bert-Base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SST-2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3F2F410-ACA6-C3AB-4310-9DE538E041EF}"/>
              </a:ext>
            </a:extLst>
          </p:cNvPr>
          <p:cNvSpPr txBox="1"/>
          <p:nvPr/>
        </p:nvSpPr>
        <p:spPr>
          <a:xfrm>
            <a:off x="44219" y="1784278"/>
            <a:ext cx="1213516" cy="585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VGG-11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CIFAR-10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62CCB5D-26A9-6E2E-DE5E-F679D68C2104}"/>
              </a:ext>
            </a:extLst>
          </p:cNvPr>
          <p:cNvSpPr txBox="1"/>
          <p:nvPr/>
        </p:nvSpPr>
        <p:spPr>
          <a:xfrm>
            <a:off x="39270" y="2916610"/>
            <a:ext cx="1223414" cy="585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Bert-Medium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SST-2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7B0EF286-9681-02C2-F3CA-2C14CAAF4E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43209" y="602407"/>
            <a:ext cx="9439310" cy="4433238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9F63C298-7212-E3FD-03E4-2DBC822E4D33}"/>
              </a:ext>
            </a:extLst>
          </p:cNvPr>
          <p:cNvSpPr txBox="1"/>
          <p:nvPr/>
        </p:nvSpPr>
        <p:spPr>
          <a:xfrm>
            <a:off x="1356618" y="342703"/>
            <a:ext cx="1771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Correctly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classified 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E2D446C-D6F8-6D86-331A-CF92C0D76844}"/>
              </a:ext>
            </a:extLst>
          </p:cNvPr>
          <p:cNvSpPr txBox="1"/>
          <p:nvPr/>
        </p:nvSpPr>
        <p:spPr>
          <a:xfrm>
            <a:off x="2992740" y="342703"/>
            <a:ext cx="12506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Misclassified 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607754B-0DCB-9BD4-AA2C-01692B38F256}"/>
              </a:ext>
            </a:extLst>
          </p:cNvPr>
          <p:cNvSpPr txBox="1"/>
          <p:nvPr/>
        </p:nvSpPr>
        <p:spPr>
          <a:xfrm>
            <a:off x="4608659" y="342703"/>
            <a:ext cx="1771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Correctly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classified 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F52AB1-C37A-90DF-D15E-5F3C06DD18A9}"/>
              </a:ext>
            </a:extLst>
          </p:cNvPr>
          <p:cNvSpPr txBox="1"/>
          <p:nvPr/>
        </p:nvSpPr>
        <p:spPr>
          <a:xfrm>
            <a:off x="6244781" y="342703"/>
            <a:ext cx="12506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Misclassified 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6E78E4-0F00-D9D9-881F-201118878EDE}"/>
              </a:ext>
            </a:extLst>
          </p:cNvPr>
          <p:cNvSpPr txBox="1"/>
          <p:nvPr/>
        </p:nvSpPr>
        <p:spPr>
          <a:xfrm>
            <a:off x="7916949" y="342703"/>
            <a:ext cx="1771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Correctly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classified 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FF2F87B-A5DA-D36C-1DAA-78ECC1ABE4B6}"/>
              </a:ext>
            </a:extLst>
          </p:cNvPr>
          <p:cNvSpPr txBox="1"/>
          <p:nvPr/>
        </p:nvSpPr>
        <p:spPr>
          <a:xfrm>
            <a:off x="9553071" y="342703"/>
            <a:ext cx="12506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Misclassified 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640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27105</TotalTime>
  <Words>40</Words>
  <Application>Microsoft Macintosh PowerPoint</Application>
  <PresentationFormat>自定义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磊 程</dc:creator>
  <cp:lastModifiedBy>磊 程</cp:lastModifiedBy>
  <cp:revision>84</cp:revision>
  <cp:lastPrinted>2025-05-06T06:43:24Z</cp:lastPrinted>
  <dcterms:created xsi:type="dcterms:W3CDTF">2025-01-16T21:47:37Z</dcterms:created>
  <dcterms:modified xsi:type="dcterms:W3CDTF">2026-07-14T11:26:03Z</dcterms:modified>
</cp:coreProperties>
</file>
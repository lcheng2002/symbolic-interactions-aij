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3"/>
  </p:notesMasterIdLst>
  <p:sldIdLst>
    <p:sldId id="298" r:id="rId2"/>
  </p:sldIdLst>
  <p:sldSz cx="15479713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3E13263-2738-5C48-88A7-742FCB226D15}">
          <p14:sldIdLst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364150"/>
    <a:srgbClr val="D8641E"/>
    <a:srgbClr val="3E7A3E"/>
    <a:srgbClr val="DCE9FA"/>
    <a:srgbClr val="F4F8FE"/>
    <a:srgbClr val="E9C8C9"/>
    <a:srgbClr val="FBF4F2"/>
    <a:srgbClr val="D39AA0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81224" autoAdjust="0"/>
  </p:normalViewPr>
  <p:slideViewPr>
    <p:cSldViewPr snapToGrid="0" showGuides="1">
      <p:cViewPr varScale="1">
        <p:scale>
          <a:sx n="108" d="100"/>
          <a:sy n="108" d="100"/>
        </p:scale>
        <p:origin x="208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476BD-48CA-4E31-A88D-4874B0DC58A5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674813" y="1143000"/>
            <a:ext cx="102076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3F866-DD84-4EAF-9ACC-B08D73E8B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546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3308" rtl="0" eaLnBrk="1" latinLnBrk="0" hangingPunct="1">
      <a:defRPr sz="1015" kern="1200">
        <a:solidFill>
          <a:schemeClr val="tx1"/>
        </a:solidFill>
        <a:latin typeface="+mn-lt"/>
        <a:ea typeface="+mn-ea"/>
        <a:cs typeface="+mn-cs"/>
      </a:defRPr>
    </a:lvl1pPr>
    <a:lvl2pPr marL="386654" algn="l" defTabSz="773308" rtl="0" eaLnBrk="1" latinLnBrk="0" hangingPunct="1">
      <a:defRPr sz="1015" kern="1200">
        <a:solidFill>
          <a:schemeClr val="tx1"/>
        </a:solidFill>
        <a:latin typeface="+mn-lt"/>
        <a:ea typeface="+mn-ea"/>
        <a:cs typeface="+mn-cs"/>
      </a:defRPr>
    </a:lvl2pPr>
    <a:lvl3pPr marL="773308" algn="l" defTabSz="773308" rtl="0" eaLnBrk="1" latinLnBrk="0" hangingPunct="1">
      <a:defRPr sz="1015" kern="1200">
        <a:solidFill>
          <a:schemeClr val="tx1"/>
        </a:solidFill>
        <a:latin typeface="+mn-lt"/>
        <a:ea typeface="+mn-ea"/>
        <a:cs typeface="+mn-cs"/>
      </a:defRPr>
    </a:lvl3pPr>
    <a:lvl4pPr marL="1159962" algn="l" defTabSz="773308" rtl="0" eaLnBrk="1" latinLnBrk="0" hangingPunct="1">
      <a:defRPr sz="1015" kern="1200">
        <a:solidFill>
          <a:schemeClr val="tx1"/>
        </a:solidFill>
        <a:latin typeface="+mn-lt"/>
        <a:ea typeface="+mn-ea"/>
        <a:cs typeface="+mn-cs"/>
      </a:defRPr>
    </a:lvl4pPr>
    <a:lvl5pPr marL="1546616" algn="l" defTabSz="773308" rtl="0" eaLnBrk="1" latinLnBrk="0" hangingPunct="1">
      <a:defRPr sz="1015" kern="1200">
        <a:solidFill>
          <a:schemeClr val="tx1"/>
        </a:solidFill>
        <a:latin typeface="+mn-lt"/>
        <a:ea typeface="+mn-ea"/>
        <a:cs typeface="+mn-cs"/>
      </a:defRPr>
    </a:lvl5pPr>
    <a:lvl6pPr marL="1933270" algn="l" defTabSz="773308" rtl="0" eaLnBrk="1" latinLnBrk="0" hangingPunct="1">
      <a:defRPr sz="1015" kern="1200">
        <a:solidFill>
          <a:schemeClr val="tx1"/>
        </a:solidFill>
        <a:latin typeface="+mn-lt"/>
        <a:ea typeface="+mn-ea"/>
        <a:cs typeface="+mn-cs"/>
      </a:defRPr>
    </a:lvl6pPr>
    <a:lvl7pPr marL="2319924" algn="l" defTabSz="773308" rtl="0" eaLnBrk="1" latinLnBrk="0" hangingPunct="1">
      <a:defRPr sz="1015" kern="1200">
        <a:solidFill>
          <a:schemeClr val="tx1"/>
        </a:solidFill>
        <a:latin typeface="+mn-lt"/>
        <a:ea typeface="+mn-ea"/>
        <a:cs typeface="+mn-cs"/>
      </a:defRPr>
    </a:lvl7pPr>
    <a:lvl8pPr marL="2706578" algn="l" defTabSz="773308" rtl="0" eaLnBrk="1" latinLnBrk="0" hangingPunct="1">
      <a:defRPr sz="1015" kern="1200">
        <a:solidFill>
          <a:schemeClr val="tx1"/>
        </a:solidFill>
        <a:latin typeface="+mn-lt"/>
        <a:ea typeface="+mn-ea"/>
        <a:cs typeface="+mn-cs"/>
      </a:defRPr>
    </a:lvl8pPr>
    <a:lvl9pPr marL="3093232" algn="l" defTabSz="773308" rtl="0" eaLnBrk="1" latinLnBrk="0" hangingPunct="1">
      <a:defRPr sz="101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2F0FF-9D77-FBAA-656F-F7C9023B7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F1F528-6A16-4ED2-EBDA-EBF80909B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674813" y="1143000"/>
            <a:ext cx="10207626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DAD9DB-F878-1984-F945-1B6FAA78F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B6E987-6B2C-589B-7EA5-30BE8FC17A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3F866-DD84-4EAF-9ACC-B08D73E8BCE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675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34964" y="765909"/>
            <a:ext cx="11609785" cy="1629316"/>
          </a:xfrm>
        </p:spPr>
        <p:txBody>
          <a:bodyPr anchor="b"/>
          <a:lstStyle>
            <a:lvl1pPr algn="ctr">
              <a:defRPr sz="409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4964" y="2458058"/>
            <a:ext cx="11609785" cy="1129904"/>
          </a:xfrm>
        </p:spPr>
        <p:txBody>
          <a:bodyPr/>
          <a:lstStyle>
            <a:lvl1pPr marL="0" indent="0" algn="ctr">
              <a:buNone/>
              <a:defRPr sz="1638"/>
            </a:lvl1pPr>
            <a:lvl2pPr marL="311993" indent="0" algn="ctr">
              <a:buNone/>
              <a:defRPr sz="1365"/>
            </a:lvl2pPr>
            <a:lvl3pPr marL="623987" indent="0" algn="ctr">
              <a:buNone/>
              <a:defRPr sz="1228"/>
            </a:lvl3pPr>
            <a:lvl4pPr marL="935980" indent="0" algn="ctr">
              <a:buNone/>
              <a:defRPr sz="1092"/>
            </a:lvl4pPr>
            <a:lvl5pPr marL="1247973" indent="0" algn="ctr">
              <a:buNone/>
              <a:defRPr sz="1092"/>
            </a:lvl5pPr>
            <a:lvl6pPr marL="1559966" indent="0" algn="ctr">
              <a:buNone/>
              <a:defRPr sz="1092"/>
            </a:lvl6pPr>
            <a:lvl7pPr marL="1871960" indent="0" algn="ctr">
              <a:buNone/>
              <a:defRPr sz="1092"/>
            </a:lvl7pPr>
            <a:lvl8pPr marL="2183953" indent="0" algn="ctr">
              <a:buNone/>
              <a:defRPr sz="1092"/>
            </a:lvl8pPr>
            <a:lvl9pPr marL="2495946" indent="0" algn="ctr">
              <a:buNone/>
              <a:defRPr sz="109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954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466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168" y="1166738"/>
            <a:ext cx="13351252" cy="1946729"/>
          </a:xfrm>
        </p:spPr>
        <p:txBody>
          <a:bodyPr anchor="b"/>
          <a:lstStyle>
            <a:lvl1pPr>
              <a:defRPr sz="409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6168" y="3131884"/>
            <a:ext cx="13351252" cy="1023739"/>
          </a:xfrm>
        </p:spPr>
        <p:txBody>
          <a:bodyPr/>
          <a:lstStyle>
            <a:lvl1pPr marL="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1pPr>
            <a:lvl2pPr marL="311993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2pPr>
            <a:lvl3pPr marL="623987" indent="0">
              <a:buNone/>
              <a:defRPr sz="1228">
                <a:solidFill>
                  <a:schemeClr val="tx1">
                    <a:tint val="75000"/>
                  </a:schemeClr>
                </a:solidFill>
              </a:defRPr>
            </a:lvl3pPr>
            <a:lvl4pPr marL="93598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4pPr>
            <a:lvl5pPr marL="124797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5pPr>
            <a:lvl6pPr marL="155996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6pPr>
            <a:lvl7pPr marL="187196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7pPr>
            <a:lvl8pPr marL="218395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8pPr>
            <a:lvl9pPr marL="249594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411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4230" y="1245820"/>
            <a:ext cx="6578878" cy="29693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36605" y="1245820"/>
            <a:ext cx="6578878" cy="29693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912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247" y="249164"/>
            <a:ext cx="13351252" cy="90457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247" y="1147238"/>
            <a:ext cx="6548644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247" y="1709482"/>
            <a:ext cx="6548644" cy="25143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36605" y="1147238"/>
            <a:ext cx="6580894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36605" y="1709482"/>
            <a:ext cx="6580894" cy="25143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550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98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708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247" y="311997"/>
            <a:ext cx="4992610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0894" y="673826"/>
            <a:ext cx="7836605" cy="3325798"/>
          </a:xfrm>
        </p:spPr>
        <p:txBody>
          <a:bodyPr/>
          <a:lstStyle>
            <a:lvl1pPr>
              <a:defRPr sz="2184"/>
            </a:lvl1pPr>
            <a:lvl2pPr>
              <a:defRPr sz="1911"/>
            </a:lvl2pPr>
            <a:lvl3pPr>
              <a:defRPr sz="1638"/>
            </a:lvl3pPr>
            <a:lvl4pPr>
              <a:defRPr sz="1365"/>
            </a:lvl4pPr>
            <a:lvl5pPr>
              <a:defRPr sz="1365"/>
            </a:lvl5pPr>
            <a:lvl6pPr>
              <a:defRPr sz="1365"/>
            </a:lvl6pPr>
            <a:lvl7pPr>
              <a:defRPr sz="1365"/>
            </a:lvl7pPr>
            <a:lvl8pPr>
              <a:defRPr sz="1365"/>
            </a:lvl8pPr>
            <a:lvl9pPr>
              <a:defRPr sz="136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6247" y="1403985"/>
            <a:ext cx="4992610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54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247" y="311997"/>
            <a:ext cx="4992610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80894" y="673826"/>
            <a:ext cx="7836605" cy="3325798"/>
          </a:xfrm>
        </p:spPr>
        <p:txBody>
          <a:bodyPr anchor="t"/>
          <a:lstStyle>
            <a:lvl1pPr marL="0" indent="0">
              <a:buNone/>
              <a:defRPr sz="2184"/>
            </a:lvl1pPr>
            <a:lvl2pPr marL="311993" indent="0">
              <a:buNone/>
              <a:defRPr sz="1911"/>
            </a:lvl2pPr>
            <a:lvl3pPr marL="623987" indent="0">
              <a:buNone/>
              <a:defRPr sz="1638"/>
            </a:lvl3pPr>
            <a:lvl4pPr marL="935980" indent="0">
              <a:buNone/>
              <a:defRPr sz="1365"/>
            </a:lvl4pPr>
            <a:lvl5pPr marL="1247973" indent="0">
              <a:buNone/>
              <a:defRPr sz="1365"/>
            </a:lvl5pPr>
            <a:lvl6pPr marL="1559966" indent="0">
              <a:buNone/>
              <a:defRPr sz="1365"/>
            </a:lvl6pPr>
            <a:lvl7pPr marL="1871960" indent="0">
              <a:buNone/>
              <a:defRPr sz="1365"/>
            </a:lvl7pPr>
            <a:lvl8pPr marL="2183953" indent="0">
              <a:buNone/>
              <a:defRPr sz="1365"/>
            </a:lvl8pPr>
            <a:lvl9pPr marL="2495946" indent="0">
              <a:buNone/>
              <a:defRPr sz="136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6247" y="1403985"/>
            <a:ext cx="4992610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62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5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077670" y="249164"/>
            <a:ext cx="3337813" cy="396604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4230" y="249164"/>
            <a:ext cx="9819943" cy="396604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3AE4-A5CA-47AA-8DFB-BE309A193015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295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4231" y="249164"/>
            <a:ext cx="13351252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4231" y="1245820"/>
            <a:ext cx="13351252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4230" y="4337621"/>
            <a:ext cx="3482935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B3AE4-A5CA-47AA-8DFB-BE309A193015}" type="datetimeFigureOut">
              <a:rPr lang="zh-CN" altLang="en-US" smtClean="0"/>
              <a:t>2026/7/5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27655" y="4337621"/>
            <a:ext cx="5224403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2548" y="4337621"/>
            <a:ext cx="3482935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A8442-BE7C-42F0-8940-5119EA732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935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623987" rtl="0" eaLnBrk="1" latinLnBrk="0" hangingPunct="1">
        <a:lnSpc>
          <a:spcPct val="90000"/>
        </a:lnSpc>
        <a:spcBef>
          <a:spcPct val="0"/>
        </a:spcBef>
        <a:buNone/>
        <a:defRPr sz="30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997" indent="-155997" algn="l" defTabSz="62398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638" kern="1200">
          <a:solidFill>
            <a:schemeClr val="tx1"/>
          </a:solidFill>
          <a:latin typeface="+mn-lt"/>
          <a:ea typeface="+mn-ea"/>
          <a:cs typeface="+mn-cs"/>
        </a:defRPr>
      </a:lvl2pPr>
      <a:lvl3pPr marL="77998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3pPr>
      <a:lvl4pPr marL="109197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40397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71596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202795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33995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65194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1pPr>
      <a:lvl2pPr marL="31199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623987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3pPr>
      <a:lvl4pPr marL="93598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24797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55996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187196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18395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49594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CDF27-B360-683B-BAE7-EEA89609B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矩形: 圆角 36">
            <a:extLst>
              <a:ext uri="{FF2B5EF4-FFF2-40B4-BE49-F238E27FC236}">
                <a16:creationId xmlns:a16="http://schemas.microsoft.com/office/drawing/2014/main" id="{B32F9D22-5111-FE45-6B82-47C4AB88B882}"/>
              </a:ext>
            </a:extLst>
          </p:cNvPr>
          <p:cNvSpPr/>
          <p:nvPr/>
        </p:nvSpPr>
        <p:spPr>
          <a:xfrm>
            <a:off x="8236444" y="120768"/>
            <a:ext cx="7195548" cy="4438415"/>
          </a:xfrm>
          <a:prstGeom prst="roundRect">
            <a:avLst>
              <a:gd name="adj" fmla="val 8068"/>
            </a:avLst>
          </a:prstGeom>
          <a:solidFill>
            <a:srgbClr val="F2FAF2">
              <a:alpha val="29804"/>
            </a:srgbClr>
          </a:solidFill>
          <a:ln w="38100">
            <a:solidFill>
              <a:srgbClr val="D8DFD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1497" name="矩形: 圆角 36">
            <a:extLst>
              <a:ext uri="{FF2B5EF4-FFF2-40B4-BE49-F238E27FC236}">
                <a16:creationId xmlns:a16="http://schemas.microsoft.com/office/drawing/2014/main" id="{47A4702C-0166-9F52-6D21-F4C54DF421A0}"/>
              </a:ext>
            </a:extLst>
          </p:cNvPr>
          <p:cNvSpPr/>
          <p:nvPr/>
        </p:nvSpPr>
        <p:spPr>
          <a:xfrm>
            <a:off x="8486461" y="272944"/>
            <a:ext cx="3197623" cy="1456252"/>
          </a:xfrm>
          <a:prstGeom prst="roundRect">
            <a:avLst>
              <a:gd name="adj" fmla="val 4832"/>
            </a:avLst>
          </a:prstGeom>
          <a:solidFill>
            <a:srgbClr val="DBE7FB">
              <a:alpha val="36863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64150"/>
              </a:solidFill>
            </a:endParaRPr>
          </a:p>
        </p:txBody>
      </p:sp>
      <p:sp>
        <p:nvSpPr>
          <p:cNvPr id="1531" name="矩形 1530">
            <a:extLst>
              <a:ext uri="{FF2B5EF4-FFF2-40B4-BE49-F238E27FC236}">
                <a16:creationId xmlns:a16="http://schemas.microsoft.com/office/drawing/2014/main" id="{7CC2723F-3E29-5F20-10B8-B743C63692E9}"/>
              </a:ext>
            </a:extLst>
          </p:cNvPr>
          <p:cNvSpPr/>
          <p:nvPr/>
        </p:nvSpPr>
        <p:spPr>
          <a:xfrm>
            <a:off x="9470392" y="721361"/>
            <a:ext cx="1512000" cy="936000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64" name="矩形: 圆角 36">
            <a:extLst>
              <a:ext uri="{FF2B5EF4-FFF2-40B4-BE49-F238E27FC236}">
                <a16:creationId xmlns:a16="http://schemas.microsoft.com/office/drawing/2014/main" id="{6BDC03AA-9084-2481-8CE0-7178826B9368}"/>
              </a:ext>
            </a:extLst>
          </p:cNvPr>
          <p:cNvSpPr/>
          <p:nvPr/>
        </p:nvSpPr>
        <p:spPr>
          <a:xfrm>
            <a:off x="55652" y="120768"/>
            <a:ext cx="7943388" cy="4438415"/>
          </a:xfrm>
          <a:prstGeom prst="roundRect">
            <a:avLst>
              <a:gd name="adj" fmla="val 8068"/>
            </a:avLst>
          </a:prstGeom>
          <a:solidFill>
            <a:srgbClr val="FFFEFA"/>
          </a:solidFill>
          <a:ln w="38100">
            <a:solidFill>
              <a:srgbClr val="EFE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64150"/>
              </a:solidFill>
            </a:endParaRPr>
          </a:p>
        </p:txBody>
      </p:sp>
      <p:sp>
        <p:nvSpPr>
          <p:cNvPr id="1309" name="矩形: 圆角 36">
            <a:extLst>
              <a:ext uri="{FF2B5EF4-FFF2-40B4-BE49-F238E27FC236}">
                <a16:creationId xmlns:a16="http://schemas.microsoft.com/office/drawing/2014/main" id="{397B7CEF-ABAD-5B98-D9DC-E3EE6496C470}"/>
              </a:ext>
            </a:extLst>
          </p:cNvPr>
          <p:cNvSpPr/>
          <p:nvPr/>
        </p:nvSpPr>
        <p:spPr>
          <a:xfrm>
            <a:off x="2775009" y="268400"/>
            <a:ext cx="5084389" cy="3381860"/>
          </a:xfrm>
          <a:prstGeom prst="roundRect">
            <a:avLst>
              <a:gd name="adj" fmla="val 4832"/>
            </a:avLst>
          </a:prstGeom>
          <a:solidFill>
            <a:srgbClr val="F4F8FE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64150"/>
              </a:solidFill>
            </a:endParaRPr>
          </a:p>
        </p:txBody>
      </p:sp>
      <p:sp>
        <p:nvSpPr>
          <p:cNvPr id="1297" name="矩形: 圆角 36">
            <a:extLst>
              <a:ext uri="{FF2B5EF4-FFF2-40B4-BE49-F238E27FC236}">
                <a16:creationId xmlns:a16="http://schemas.microsoft.com/office/drawing/2014/main" id="{EE00A4CE-037B-6E34-E6E3-1A3C4B3AAFCF}"/>
              </a:ext>
            </a:extLst>
          </p:cNvPr>
          <p:cNvSpPr/>
          <p:nvPr/>
        </p:nvSpPr>
        <p:spPr>
          <a:xfrm>
            <a:off x="225234" y="281939"/>
            <a:ext cx="2489831" cy="3381860"/>
          </a:xfrm>
          <a:prstGeom prst="roundRect">
            <a:avLst>
              <a:gd name="adj" fmla="val 4832"/>
            </a:avLst>
          </a:prstGeom>
          <a:solidFill>
            <a:srgbClr val="FBF4F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64150"/>
              </a:solidFill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A897B926-89CF-AE4B-9D3A-3CC36E668F12}"/>
              </a:ext>
            </a:extLst>
          </p:cNvPr>
          <p:cNvSpPr/>
          <p:nvPr/>
        </p:nvSpPr>
        <p:spPr>
          <a:xfrm>
            <a:off x="5101502" y="994355"/>
            <a:ext cx="390525" cy="295275"/>
          </a:xfrm>
          <a:prstGeom prst="round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364150"/>
                </a:solidFill>
              </a:rPr>
              <a:t>+</a:t>
            </a:r>
            <a:endParaRPr lang="zh-CN" altLang="en-US" dirty="0">
              <a:solidFill>
                <a:srgbClr val="364150"/>
              </a:solidFill>
            </a:endParaRPr>
          </a:p>
        </p:txBody>
      </p:sp>
      <p:sp>
        <p:nvSpPr>
          <p:cNvPr id="1061" name="箭头: 上 1060">
            <a:extLst>
              <a:ext uri="{FF2B5EF4-FFF2-40B4-BE49-F238E27FC236}">
                <a16:creationId xmlns:a16="http://schemas.microsoft.com/office/drawing/2014/main" id="{F4E85147-09BF-CB64-B53A-9575F4AC4A2F}"/>
              </a:ext>
            </a:extLst>
          </p:cNvPr>
          <p:cNvSpPr/>
          <p:nvPr/>
        </p:nvSpPr>
        <p:spPr>
          <a:xfrm>
            <a:off x="805085" y="2973127"/>
            <a:ext cx="561691" cy="165893"/>
          </a:xfrm>
          <a:prstGeom prst="upArrow">
            <a:avLst/>
          </a:prstGeom>
          <a:noFill/>
          <a:ln w="28575">
            <a:solidFill>
              <a:srgbClr val="C36C67">
                <a:alpha val="33333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64150"/>
              </a:solidFill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9B3FCEE-E02D-BCD4-3411-37A44C2DE4D9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3004972" y="1289628"/>
            <a:ext cx="2291790" cy="32733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8091323-CC62-500D-F8E7-6C7205D83315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5296762" y="1289628"/>
            <a:ext cx="295758" cy="29473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3373120-F507-102C-1AE4-D312B82C2DBD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4407244" y="1289628"/>
            <a:ext cx="889521" cy="32733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箭头: 上 6">
            <a:extLst>
              <a:ext uri="{FF2B5EF4-FFF2-40B4-BE49-F238E27FC236}">
                <a16:creationId xmlns:a16="http://schemas.microsoft.com/office/drawing/2014/main" id="{CBD391F1-DBD2-9F68-7BF2-89E1D076F6A5}"/>
              </a:ext>
            </a:extLst>
          </p:cNvPr>
          <p:cNvSpPr/>
          <p:nvPr/>
        </p:nvSpPr>
        <p:spPr>
          <a:xfrm>
            <a:off x="793498" y="977251"/>
            <a:ext cx="641220" cy="195804"/>
          </a:xfrm>
          <a:prstGeom prst="upArrow">
            <a:avLst/>
          </a:prstGeom>
          <a:noFill/>
          <a:ln w="28575">
            <a:solidFill>
              <a:srgbClr val="C36C67">
                <a:alpha val="33333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64150"/>
              </a:solidFill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CB97C6C-6E64-F3A4-C7B6-3E7D6489F4E5}"/>
              </a:ext>
            </a:extLst>
          </p:cNvPr>
          <p:cNvCxnSpPr>
            <a:cxnSpLocks/>
          </p:cNvCxnSpPr>
          <p:nvPr/>
        </p:nvCxnSpPr>
        <p:spPr>
          <a:xfrm flipV="1">
            <a:off x="2993864" y="1607290"/>
            <a:ext cx="15886" cy="197534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FB6201F3-3A4F-C932-2F52-744032FFF19D}"/>
              </a:ext>
            </a:extLst>
          </p:cNvPr>
          <p:cNvCxnSpPr>
            <a:cxnSpLocks/>
          </p:cNvCxnSpPr>
          <p:nvPr/>
        </p:nvCxnSpPr>
        <p:spPr>
          <a:xfrm flipH="1">
            <a:off x="5592520" y="1589986"/>
            <a:ext cx="0" cy="197534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连接符: 肘形 190">
            <a:extLst>
              <a:ext uri="{FF2B5EF4-FFF2-40B4-BE49-F238E27FC236}">
                <a16:creationId xmlns:a16="http://schemas.microsoft.com/office/drawing/2014/main" id="{75A06769-512B-A223-DC75-CBAC792377B4}"/>
              </a:ext>
            </a:extLst>
          </p:cNvPr>
          <p:cNvCxnSpPr>
            <a:cxnSpLocks/>
          </p:cNvCxnSpPr>
          <p:nvPr/>
        </p:nvCxnSpPr>
        <p:spPr>
          <a:xfrm>
            <a:off x="2996226" y="1870973"/>
            <a:ext cx="612000" cy="72000"/>
          </a:xfrm>
          <a:prstGeom prst="bentConnector3">
            <a:avLst>
              <a:gd name="adj1" fmla="val 99991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直接连接符 1064">
            <a:extLst>
              <a:ext uri="{FF2B5EF4-FFF2-40B4-BE49-F238E27FC236}">
                <a16:creationId xmlns:a16="http://schemas.microsoft.com/office/drawing/2014/main" id="{8DC1CD1E-7CD4-CF07-FDD0-9D2E1B546BB2}"/>
              </a:ext>
            </a:extLst>
          </p:cNvPr>
          <p:cNvCxnSpPr>
            <a:cxnSpLocks/>
          </p:cNvCxnSpPr>
          <p:nvPr/>
        </p:nvCxnSpPr>
        <p:spPr>
          <a:xfrm>
            <a:off x="6905120" y="1581694"/>
            <a:ext cx="0" cy="198363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8" name="矩形 1067">
            <a:extLst>
              <a:ext uri="{FF2B5EF4-FFF2-40B4-BE49-F238E27FC236}">
                <a16:creationId xmlns:a16="http://schemas.microsoft.com/office/drawing/2014/main" id="{A7B4A7C8-92BE-8F4D-DDCC-D37F7CECA381}"/>
              </a:ext>
            </a:extLst>
          </p:cNvPr>
          <p:cNvSpPr/>
          <p:nvPr/>
        </p:nvSpPr>
        <p:spPr>
          <a:xfrm>
            <a:off x="3027918" y="1963874"/>
            <a:ext cx="617697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GB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Einstein’s</a:t>
            </a:r>
            <a:endParaRPr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0" name="文本框 1069">
                <a:extLst>
                  <a:ext uri="{FF2B5EF4-FFF2-40B4-BE49-F238E27FC236}">
                    <a16:creationId xmlns:a16="http://schemas.microsoft.com/office/drawing/2014/main" id="{738B43C5-8456-B6A0-4206-7DBAF4F62079}"/>
                  </a:ext>
                </a:extLst>
              </p:cNvPr>
              <p:cNvSpPr txBox="1"/>
              <p:nvPr/>
            </p:nvSpPr>
            <p:spPr>
              <a:xfrm>
                <a:off x="2962657" y="1610268"/>
                <a:ext cx="7922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200" i="1" smtClean="0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or</m:t>
                        </m:r>
                      </m:sup>
                    </m:sSubSup>
                  </m:oMath>
                </a14:m>
                <a:r>
                  <a:rPr kumimoji="1" lang="en-US" altLang="zh-CN" sz="1200" dirty="0">
                    <a:solidFill>
                      <a:srgbClr val="3641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0.89</a:t>
                </a:r>
                <a:endParaRPr kumimoji="1" lang="zh-CN" altLang="en-US" sz="12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070" name="文本框 1069">
                <a:extLst>
                  <a:ext uri="{FF2B5EF4-FFF2-40B4-BE49-F238E27FC236}">
                    <a16:creationId xmlns:a16="http://schemas.microsoft.com/office/drawing/2014/main" id="{738B43C5-8456-B6A0-4206-7DBAF4F62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657" y="1610268"/>
                <a:ext cx="792268" cy="276999"/>
              </a:xfrm>
              <a:prstGeom prst="rect">
                <a:avLst/>
              </a:prstGeom>
              <a:blipFill>
                <a:blip r:embed="rId3"/>
                <a:stretch>
                  <a:fillRect t="-4348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2" name="文本框 1091">
                <a:extLst>
                  <a:ext uri="{FF2B5EF4-FFF2-40B4-BE49-F238E27FC236}">
                    <a16:creationId xmlns:a16="http://schemas.microsoft.com/office/drawing/2014/main" id="{FE553ADF-E7FC-4FBA-CD4F-CC2196DE31AC}"/>
                  </a:ext>
                </a:extLst>
              </p:cNvPr>
              <p:cNvSpPr txBox="1"/>
              <p:nvPr/>
            </p:nvSpPr>
            <p:spPr>
              <a:xfrm>
                <a:off x="2945826" y="2256784"/>
                <a:ext cx="8403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200" i="1" smtClean="0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or</m:t>
                        </m:r>
                      </m:sup>
                    </m:sSubSup>
                    <m:r>
                      <a:rPr kumimoji="1" lang="en-US" altLang="zh-CN" sz="1200" i="1">
                        <a:solidFill>
                          <a:srgbClr val="3641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CN" sz="1200" dirty="0">
                    <a:solidFill>
                      <a:srgbClr val="3641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0.70</a:t>
                </a:r>
                <a:endParaRPr kumimoji="1" lang="zh-CN" altLang="en-US" sz="12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092" name="文本框 1091">
                <a:extLst>
                  <a:ext uri="{FF2B5EF4-FFF2-40B4-BE49-F238E27FC236}">
                    <a16:creationId xmlns:a16="http://schemas.microsoft.com/office/drawing/2014/main" id="{FE553ADF-E7FC-4FBA-CD4F-CC2196DE3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26" y="2256784"/>
                <a:ext cx="840358" cy="276999"/>
              </a:xfrm>
              <a:prstGeom prst="rect">
                <a:avLst/>
              </a:prstGeom>
              <a:blipFill>
                <a:blip r:embed="rId4"/>
                <a:stretch>
                  <a:fillRect t="-4348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8" name="矩形 1097">
            <a:extLst>
              <a:ext uri="{FF2B5EF4-FFF2-40B4-BE49-F238E27FC236}">
                <a16:creationId xmlns:a16="http://schemas.microsoft.com/office/drawing/2014/main" id="{B22DD8D0-D9B0-B5C2-5833-FBFCCF589266}"/>
              </a:ext>
            </a:extLst>
          </p:cNvPr>
          <p:cNvSpPr/>
          <p:nvPr/>
        </p:nvSpPr>
        <p:spPr>
          <a:xfrm>
            <a:off x="4454432" y="2608473"/>
            <a:ext cx="626688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GB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Einstein’s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0" name="矩形 1099">
            <a:extLst>
              <a:ext uri="{FF2B5EF4-FFF2-40B4-BE49-F238E27FC236}">
                <a16:creationId xmlns:a16="http://schemas.microsoft.com/office/drawing/2014/main" id="{4D8DF672-BBA9-B8CE-962D-8A20AAC7872A}"/>
              </a:ext>
            </a:extLst>
          </p:cNvPr>
          <p:cNvSpPr/>
          <p:nvPr/>
        </p:nvSpPr>
        <p:spPr>
          <a:xfrm>
            <a:off x="5116563" y="2608473"/>
            <a:ext cx="360000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2" name="矩形 1101">
            <a:extLst>
              <a:ext uri="{FF2B5EF4-FFF2-40B4-BE49-F238E27FC236}">
                <a16:creationId xmlns:a16="http://schemas.microsoft.com/office/drawing/2014/main" id="{B5DBB680-9D3D-4E90-D171-14B70A0220DA}"/>
              </a:ext>
            </a:extLst>
          </p:cNvPr>
          <p:cNvSpPr/>
          <p:nvPr/>
        </p:nvSpPr>
        <p:spPr>
          <a:xfrm>
            <a:off x="4460139" y="2889765"/>
            <a:ext cx="600364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GB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warping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4" name="矩形 1103">
            <a:extLst>
              <a:ext uri="{FF2B5EF4-FFF2-40B4-BE49-F238E27FC236}">
                <a16:creationId xmlns:a16="http://schemas.microsoft.com/office/drawing/2014/main" id="{9ADD5029-AF68-4B15-DFEE-1F65B889060E}"/>
              </a:ext>
            </a:extLst>
          </p:cNvPr>
          <p:cNvSpPr/>
          <p:nvPr/>
        </p:nvSpPr>
        <p:spPr>
          <a:xfrm>
            <a:off x="5117944" y="2892239"/>
            <a:ext cx="237147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endParaRPr kumimoji="1" lang="zh-CN" altLang="en-US" sz="1100" baseline="300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4" name="文本框 1113">
                <a:extLst>
                  <a:ext uri="{FF2B5EF4-FFF2-40B4-BE49-F238E27FC236}">
                    <a16:creationId xmlns:a16="http://schemas.microsoft.com/office/drawing/2014/main" id="{03C56BBF-B7C7-DBE5-5E27-BAA91EC75CAB}"/>
                  </a:ext>
                </a:extLst>
              </p:cNvPr>
              <p:cNvSpPr txBox="1"/>
              <p:nvPr/>
            </p:nvSpPr>
            <p:spPr>
              <a:xfrm>
                <a:off x="5579222" y="1618085"/>
                <a:ext cx="851580" cy="2917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200" i="1" smtClean="0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and</m:t>
                        </m:r>
                      </m:sup>
                    </m:sSubSup>
                  </m:oMath>
                </a14:m>
                <a:r>
                  <a:rPr kumimoji="1" lang="en-US" altLang="zh-CN" sz="1200" dirty="0">
                    <a:solidFill>
                      <a:srgbClr val="3641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0.30</a:t>
                </a:r>
                <a:endParaRPr kumimoji="1" lang="zh-CN" altLang="en-US" sz="12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114" name="文本框 1113">
                <a:extLst>
                  <a:ext uri="{FF2B5EF4-FFF2-40B4-BE49-F238E27FC236}">
                    <a16:creationId xmlns:a16="http://schemas.microsoft.com/office/drawing/2014/main" id="{03C56BBF-B7C7-DBE5-5E27-BAA91EC75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222" y="1618085"/>
                <a:ext cx="851580" cy="291747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4" name="文本框 1123">
                <a:extLst>
                  <a:ext uri="{FF2B5EF4-FFF2-40B4-BE49-F238E27FC236}">
                    <a16:creationId xmlns:a16="http://schemas.microsoft.com/office/drawing/2014/main" id="{3BB8CA7C-B277-FB38-C89B-9360B4AA58EE}"/>
                  </a:ext>
                </a:extLst>
              </p:cNvPr>
              <p:cNvSpPr txBox="1"/>
              <p:nvPr/>
            </p:nvSpPr>
            <p:spPr>
              <a:xfrm>
                <a:off x="5553262" y="2259757"/>
                <a:ext cx="80188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200" i="1" smtClean="0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or</m:t>
                        </m:r>
                      </m:sup>
                    </m:sSubSup>
                    <m:r>
                      <a:rPr kumimoji="1" lang="en-US" altLang="zh-CN" sz="1200" i="1">
                        <a:solidFill>
                          <a:srgbClr val="3641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CN" sz="1200" dirty="0">
                    <a:solidFill>
                      <a:srgbClr val="3641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0.21</a:t>
                </a:r>
                <a:endParaRPr kumimoji="1" lang="zh-CN" altLang="en-US" sz="12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124" name="文本框 1123">
                <a:extLst>
                  <a:ext uri="{FF2B5EF4-FFF2-40B4-BE49-F238E27FC236}">
                    <a16:creationId xmlns:a16="http://schemas.microsoft.com/office/drawing/2014/main" id="{3BB8CA7C-B277-FB38-C89B-9360B4AA5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262" y="2259757"/>
                <a:ext cx="801886" cy="276999"/>
              </a:xfrm>
              <a:prstGeom prst="rect">
                <a:avLst/>
              </a:prstGeom>
              <a:blipFill>
                <a:blip r:embed="rId6"/>
                <a:stretch>
                  <a:fillRect t="-9091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7" name="矩形 1136">
            <a:extLst>
              <a:ext uri="{FF2B5EF4-FFF2-40B4-BE49-F238E27FC236}">
                <a16:creationId xmlns:a16="http://schemas.microsoft.com/office/drawing/2014/main" id="{9DFAF278-6B1E-84FB-0334-F45BA3ACEB0F}"/>
              </a:ext>
            </a:extLst>
          </p:cNvPr>
          <p:cNvSpPr/>
          <p:nvPr/>
        </p:nvSpPr>
        <p:spPr>
          <a:xfrm>
            <a:off x="6946142" y="1970449"/>
            <a:ext cx="600364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GB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warping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0" name="矩形 1139">
            <a:extLst>
              <a:ext uri="{FF2B5EF4-FFF2-40B4-BE49-F238E27FC236}">
                <a16:creationId xmlns:a16="http://schemas.microsoft.com/office/drawing/2014/main" id="{FA3B7B99-8B7F-E022-3A13-24DDC6A84EAD}"/>
              </a:ext>
            </a:extLst>
          </p:cNvPr>
          <p:cNvSpPr/>
          <p:nvPr/>
        </p:nvSpPr>
        <p:spPr>
          <a:xfrm>
            <a:off x="6941124" y="2603261"/>
            <a:ext cx="600364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GB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warping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2" name="矩形 1141">
            <a:extLst>
              <a:ext uri="{FF2B5EF4-FFF2-40B4-BE49-F238E27FC236}">
                <a16:creationId xmlns:a16="http://schemas.microsoft.com/office/drawing/2014/main" id="{FC124D42-2FFB-4D46-2DE0-5DC949E57680}"/>
              </a:ext>
            </a:extLst>
          </p:cNvPr>
          <p:cNvSpPr/>
          <p:nvPr/>
        </p:nvSpPr>
        <p:spPr>
          <a:xfrm>
            <a:off x="7579301" y="2601119"/>
            <a:ext cx="227818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5" name="文本框 1144">
                <a:extLst>
                  <a:ext uri="{FF2B5EF4-FFF2-40B4-BE49-F238E27FC236}">
                    <a16:creationId xmlns:a16="http://schemas.microsoft.com/office/drawing/2014/main" id="{660468BB-146B-2FD7-6B30-445DB79F97FB}"/>
                  </a:ext>
                </a:extLst>
              </p:cNvPr>
              <p:cNvSpPr txBox="1"/>
              <p:nvPr/>
            </p:nvSpPr>
            <p:spPr>
              <a:xfrm>
                <a:off x="6855567" y="1598384"/>
                <a:ext cx="885242" cy="2917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200" i="1" smtClean="0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and</m:t>
                        </m:r>
                      </m:sup>
                    </m:sSubSup>
                    <m:r>
                      <a:rPr kumimoji="1" lang="en-US" altLang="zh-CN" sz="1200" i="1">
                        <a:solidFill>
                          <a:srgbClr val="3641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CN" sz="1200" dirty="0">
                    <a:solidFill>
                      <a:srgbClr val="3641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1.77</a:t>
                </a:r>
                <a:endParaRPr kumimoji="1" lang="zh-CN" altLang="en-US" sz="12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145" name="文本框 1144">
                <a:extLst>
                  <a:ext uri="{FF2B5EF4-FFF2-40B4-BE49-F238E27FC236}">
                    <a16:creationId xmlns:a16="http://schemas.microsoft.com/office/drawing/2014/main" id="{660468BB-146B-2FD7-6B30-445DB79F9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5567" y="1598384"/>
                <a:ext cx="885242" cy="291747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6" name="文本框 1145">
                <a:extLst>
                  <a:ext uri="{FF2B5EF4-FFF2-40B4-BE49-F238E27FC236}">
                    <a16:creationId xmlns:a16="http://schemas.microsoft.com/office/drawing/2014/main" id="{B0CAC7B4-19F9-861E-1B88-B428D9917461}"/>
                  </a:ext>
                </a:extLst>
              </p:cNvPr>
              <p:cNvSpPr txBox="1"/>
              <p:nvPr/>
            </p:nvSpPr>
            <p:spPr>
              <a:xfrm>
                <a:off x="6862006" y="2253968"/>
                <a:ext cx="8531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200" i="1" smtClean="0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or</m:t>
                        </m:r>
                      </m:sup>
                    </m:sSubSup>
                    <m:r>
                      <a:rPr kumimoji="1" lang="en-US" altLang="zh-CN" sz="1200" i="1">
                        <a:solidFill>
                          <a:srgbClr val="3641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CN" sz="1200" dirty="0">
                    <a:solidFill>
                      <a:srgbClr val="3641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-0.99</a:t>
                </a:r>
                <a:endParaRPr kumimoji="1" lang="zh-CN" altLang="en-US" sz="1200" dirty="0">
                  <a:solidFill>
                    <a:srgbClr val="3641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6" name="文本框 1145">
                <a:extLst>
                  <a:ext uri="{FF2B5EF4-FFF2-40B4-BE49-F238E27FC236}">
                    <a16:creationId xmlns:a16="http://schemas.microsoft.com/office/drawing/2014/main" id="{B0CAC7B4-19F9-861E-1B88-B428D9917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006" y="2253968"/>
                <a:ext cx="853182" cy="276999"/>
              </a:xfrm>
              <a:prstGeom prst="rect">
                <a:avLst/>
              </a:prstGeom>
              <a:blipFill>
                <a:blip r:embed="rId8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8" name="矩形 1147">
            <a:extLst>
              <a:ext uri="{FF2B5EF4-FFF2-40B4-BE49-F238E27FC236}">
                <a16:creationId xmlns:a16="http://schemas.microsoft.com/office/drawing/2014/main" id="{8B1DE0EC-1190-4A0E-8896-1131B2819725}"/>
              </a:ext>
            </a:extLst>
          </p:cNvPr>
          <p:cNvSpPr/>
          <p:nvPr/>
        </p:nvSpPr>
        <p:spPr>
          <a:xfrm>
            <a:off x="6938180" y="3223428"/>
            <a:ext cx="251844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BEFDF04B-0E28-1288-EC3E-DBE16FB32E8C}"/>
                  </a:ext>
                </a:extLst>
              </p:cNvPr>
              <p:cNvSpPr txBox="1"/>
              <p:nvPr/>
            </p:nvSpPr>
            <p:spPr>
              <a:xfrm>
                <a:off x="6862006" y="2887250"/>
                <a:ext cx="885242" cy="2917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200" i="1" smtClean="0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and</m:t>
                        </m:r>
                      </m:sup>
                    </m:sSubSup>
                    <m:r>
                      <a:rPr kumimoji="1" lang="en-US" altLang="zh-CN" sz="1200" i="1">
                        <a:solidFill>
                          <a:srgbClr val="3641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CN" sz="1200" dirty="0">
                    <a:solidFill>
                      <a:srgbClr val="3641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2.38</a:t>
                </a:r>
                <a:endParaRPr kumimoji="1" lang="zh-CN" altLang="en-US" sz="12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BEFDF04B-0E28-1288-EC3E-DBE16FB32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006" y="2887250"/>
                <a:ext cx="885242" cy="291747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9" name="文本框 1268">
                <a:extLst>
                  <a:ext uri="{FF2B5EF4-FFF2-40B4-BE49-F238E27FC236}">
                    <a16:creationId xmlns:a16="http://schemas.microsoft.com/office/drawing/2014/main" id="{C009D139-A996-7C34-8DFF-E36D8CBA8C57}"/>
                  </a:ext>
                </a:extLst>
              </p:cNvPr>
              <p:cNvSpPr txBox="1"/>
              <p:nvPr/>
            </p:nvSpPr>
            <p:spPr>
              <a:xfrm>
                <a:off x="4718574" y="3256752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36415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269" name="文本框 1268">
                <a:extLst>
                  <a:ext uri="{FF2B5EF4-FFF2-40B4-BE49-F238E27FC236}">
                    <a16:creationId xmlns:a16="http://schemas.microsoft.com/office/drawing/2014/main" id="{C009D139-A996-7C34-8DFF-E36D8CBA8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574" y="3256752"/>
                <a:ext cx="41068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8" name="矩形 1077">
            <a:extLst>
              <a:ext uri="{FF2B5EF4-FFF2-40B4-BE49-F238E27FC236}">
                <a16:creationId xmlns:a16="http://schemas.microsoft.com/office/drawing/2014/main" id="{AE7EDD80-736D-D191-8593-5779A0481E13}"/>
              </a:ext>
            </a:extLst>
          </p:cNvPr>
          <p:cNvSpPr/>
          <p:nvPr/>
        </p:nvSpPr>
        <p:spPr>
          <a:xfrm>
            <a:off x="3671571" y="2608473"/>
            <a:ext cx="593654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proposes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9BD1274-421D-4FEE-F1F3-4A843161B81F}"/>
              </a:ext>
            </a:extLst>
          </p:cNvPr>
          <p:cNvSpPr/>
          <p:nvPr/>
        </p:nvSpPr>
        <p:spPr>
          <a:xfrm>
            <a:off x="3674321" y="1968537"/>
            <a:ext cx="600364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Relativity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F6B82839-6EA5-4A15-60C2-BD73FFE8F4CE}"/>
              </a:ext>
            </a:extLst>
          </p:cNvPr>
          <p:cNvSpPr/>
          <p:nvPr/>
        </p:nvSpPr>
        <p:spPr>
          <a:xfrm>
            <a:off x="3023708" y="2608473"/>
            <a:ext cx="616378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GB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Einstein’s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DBCF84EB-BA31-462F-9F56-BA63D393F24F}"/>
              </a:ext>
            </a:extLst>
          </p:cNvPr>
          <p:cNvSpPr/>
          <p:nvPr/>
        </p:nvSpPr>
        <p:spPr>
          <a:xfrm>
            <a:off x="5644864" y="1974030"/>
            <a:ext cx="482776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GB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Theory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F84BC335-708D-33DD-C2AD-8DC356C8476C}"/>
              </a:ext>
            </a:extLst>
          </p:cNvPr>
          <p:cNvSpPr/>
          <p:nvPr/>
        </p:nvSpPr>
        <p:spPr>
          <a:xfrm>
            <a:off x="6155947" y="1974030"/>
            <a:ext cx="600364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Relativity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398D36DD-EDD1-F866-5342-43675113D534}"/>
              </a:ext>
            </a:extLst>
          </p:cNvPr>
          <p:cNvSpPr/>
          <p:nvPr/>
        </p:nvSpPr>
        <p:spPr>
          <a:xfrm>
            <a:off x="5644219" y="2608473"/>
            <a:ext cx="527896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GB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2AAF79F6-6C2D-F383-5D99-CC6F5F90F9B1}"/>
              </a:ext>
            </a:extLst>
          </p:cNvPr>
          <p:cNvSpPr/>
          <p:nvPr/>
        </p:nvSpPr>
        <p:spPr>
          <a:xfrm>
            <a:off x="6201457" y="2608473"/>
            <a:ext cx="600364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Relativity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14ACB4F8-711F-1F00-826E-30D6784C490A}"/>
              </a:ext>
            </a:extLst>
          </p:cNvPr>
          <p:cNvSpPr/>
          <p:nvPr/>
        </p:nvSpPr>
        <p:spPr>
          <a:xfrm>
            <a:off x="3695577" y="3229407"/>
            <a:ext cx="485759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Theory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3CF4F3F9-647F-2E3C-5C80-41B0D9064BC1}"/>
              </a:ext>
            </a:extLst>
          </p:cNvPr>
          <p:cNvSpPr/>
          <p:nvPr/>
        </p:nvSpPr>
        <p:spPr>
          <a:xfrm>
            <a:off x="3023711" y="3234797"/>
            <a:ext cx="642091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GB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Einstein’s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7CAA9F6E-46C0-C4AA-2960-5D33594895BC}"/>
              </a:ext>
            </a:extLst>
          </p:cNvPr>
          <p:cNvSpPr/>
          <p:nvPr/>
        </p:nvSpPr>
        <p:spPr>
          <a:xfrm>
            <a:off x="4233816" y="3229407"/>
            <a:ext cx="273568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E4D9540A-4283-41AE-5800-7CD4D4896D9E}"/>
                  </a:ext>
                </a:extLst>
              </p:cNvPr>
              <p:cNvSpPr txBox="1"/>
              <p:nvPr/>
            </p:nvSpPr>
            <p:spPr>
              <a:xfrm>
                <a:off x="2953404" y="2903300"/>
                <a:ext cx="79618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200" i="1" smtClean="0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or</m:t>
                        </m:r>
                      </m:sup>
                    </m:sSubSup>
                    <m:r>
                      <a:rPr kumimoji="1" lang="en-US" altLang="zh-CN" sz="1200" i="1">
                        <a:solidFill>
                          <a:srgbClr val="3641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CN" sz="1200" dirty="0">
                    <a:solidFill>
                      <a:srgbClr val="3641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0.11</a:t>
                </a:r>
                <a:endParaRPr kumimoji="1" lang="zh-CN" altLang="en-US" sz="12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E4D9540A-4283-41AE-5800-7CD4D4896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404" y="2903300"/>
                <a:ext cx="796180" cy="276999"/>
              </a:xfrm>
              <a:prstGeom prst="rect">
                <a:avLst/>
              </a:prstGeom>
              <a:blipFill>
                <a:blip r:embed="rId11"/>
                <a:stretch>
                  <a:fillRect t="-4348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815EA3F8-B36C-7C80-AFA6-3D89A46A8724}"/>
                  </a:ext>
                </a:extLst>
              </p:cNvPr>
              <p:cNvSpPr txBox="1"/>
              <p:nvPr/>
            </p:nvSpPr>
            <p:spPr>
              <a:xfrm>
                <a:off x="5548010" y="2879283"/>
                <a:ext cx="80188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200" i="1" smtClean="0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or</m:t>
                        </m:r>
                      </m:sup>
                    </m:sSubSup>
                    <m:r>
                      <a:rPr kumimoji="1" lang="en-US" altLang="zh-CN" sz="1200" i="1">
                        <a:solidFill>
                          <a:srgbClr val="3641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CN" sz="1200" dirty="0">
                    <a:solidFill>
                      <a:srgbClr val="3641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0.08</a:t>
                </a:r>
                <a:endParaRPr kumimoji="1" lang="zh-CN" altLang="en-US" sz="12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815EA3F8-B36C-7C80-AFA6-3D89A46A8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010" y="2879283"/>
                <a:ext cx="801886" cy="276999"/>
              </a:xfrm>
              <a:prstGeom prst="rect">
                <a:avLst/>
              </a:prstGeom>
              <a:blipFill>
                <a:blip r:embed="rId12"/>
                <a:stretch>
                  <a:fillRect t="-4348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矩形 162">
            <a:extLst>
              <a:ext uri="{FF2B5EF4-FFF2-40B4-BE49-F238E27FC236}">
                <a16:creationId xmlns:a16="http://schemas.microsoft.com/office/drawing/2014/main" id="{C6F78E3A-8DC9-8C1F-E073-592D20C1DE19}"/>
              </a:ext>
            </a:extLst>
          </p:cNvPr>
          <p:cNvSpPr/>
          <p:nvPr/>
        </p:nvSpPr>
        <p:spPr>
          <a:xfrm>
            <a:off x="5627829" y="3229407"/>
            <a:ext cx="521729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GB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CA1FD08A-4769-BC31-FB17-DA9E85B7186E}"/>
              </a:ext>
            </a:extLst>
          </p:cNvPr>
          <p:cNvSpPr/>
          <p:nvPr/>
        </p:nvSpPr>
        <p:spPr>
          <a:xfrm>
            <a:off x="6181692" y="3227711"/>
            <a:ext cx="271076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直接连接符 20">
            <a:extLst>
              <a:ext uri="{FF2B5EF4-FFF2-40B4-BE49-F238E27FC236}">
                <a16:creationId xmlns:a16="http://schemas.microsoft.com/office/drawing/2014/main" id="{DB3CB865-F1F3-03F6-C557-70EED922C28F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5296762" y="1289630"/>
            <a:ext cx="1608358" cy="30869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72">
            <a:extLst>
              <a:ext uri="{FF2B5EF4-FFF2-40B4-BE49-F238E27FC236}">
                <a16:creationId xmlns:a16="http://schemas.microsoft.com/office/drawing/2014/main" id="{C37B5A57-3C8E-6DB1-374F-F9FA49554465}"/>
              </a:ext>
            </a:extLst>
          </p:cNvPr>
          <p:cNvCxnSpPr>
            <a:cxnSpLocks/>
          </p:cNvCxnSpPr>
          <p:nvPr/>
        </p:nvCxnSpPr>
        <p:spPr>
          <a:xfrm flipH="1">
            <a:off x="4405506" y="1617171"/>
            <a:ext cx="10217" cy="1550268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B67750A-4A74-12F8-BEB7-2AA9F57797B6}"/>
                  </a:ext>
                </a:extLst>
              </p:cNvPr>
              <p:cNvSpPr txBox="1"/>
              <p:nvPr/>
            </p:nvSpPr>
            <p:spPr>
              <a:xfrm>
                <a:off x="4373312" y="2256784"/>
                <a:ext cx="885242" cy="2917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200" i="1" smtClean="0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and</m:t>
                        </m:r>
                      </m:sup>
                    </m:sSubSup>
                    <m:r>
                      <a:rPr kumimoji="1" lang="en-US" altLang="zh-CN" sz="1200" i="1">
                        <a:solidFill>
                          <a:srgbClr val="3641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1" lang="en-US" altLang="zh-CN" sz="1200" dirty="0">
                    <a:solidFill>
                      <a:srgbClr val="3641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1.36</a:t>
                </a:r>
                <a:endParaRPr kumimoji="1" lang="zh-CN" altLang="en-US" sz="12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B67750A-4A74-12F8-BEB7-2AA9F5779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312" y="2256784"/>
                <a:ext cx="885242" cy="291747"/>
              </a:xfrm>
              <a:prstGeom prst="rect">
                <a:avLst/>
              </a:prstGeom>
              <a:blipFill>
                <a:blip r:embed="rId13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0" name="矩形 1049">
            <a:extLst>
              <a:ext uri="{FF2B5EF4-FFF2-40B4-BE49-F238E27FC236}">
                <a16:creationId xmlns:a16="http://schemas.microsoft.com/office/drawing/2014/main" id="{BE36B6CB-A2F5-3264-672E-39FE80ADE946}"/>
              </a:ext>
            </a:extLst>
          </p:cNvPr>
          <p:cNvSpPr/>
          <p:nvPr/>
        </p:nvSpPr>
        <p:spPr>
          <a:xfrm>
            <a:off x="4449985" y="1968537"/>
            <a:ext cx="617697" cy="252000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GB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Einstein’s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1" name="文本框 1069">
                <a:extLst>
                  <a:ext uri="{FF2B5EF4-FFF2-40B4-BE49-F238E27FC236}">
                    <a16:creationId xmlns:a16="http://schemas.microsoft.com/office/drawing/2014/main" id="{574A50D6-7278-A31D-BAA2-BCCB90B3E555}"/>
                  </a:ext>
                </a:extLst>
              </p:cNvPr>
              <p:cNvSpPr txBox="1"/>
              <p:nvPr/>
            </p:nvSpPr>
            <p:spPr>
              <a:xfrm>
                <a:off x="4387697" y="1612876"/>
                <a:ext cx="851580" cy="2917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200" i="1" smtClean="0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US" altLang="zh-CN" sz="1200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and</m:t>
                        </m:r>
                      </m:sup>
                    </m:sSubSup>
                  </m:oMath>
                </a14:m>
                <a:r>
                  <a:rPr kumimoji="1" lang="en-US" altLang="zh-CN" sz="1200" dirty="0">
                    <a:solidFill>
                      <a:srgbClr val="3641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0.32</a:t>
                </a:r>
                <a:endParaRPr kumimoji="1" lang="zh-CN" altLang="en-US" sz="12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051" name="文本框 1069">
                <a:extLst>
                  <a:ext uri="{FF2B5EF4-FFF2-40B4-BE49-F238E27FC236}">
                    <a16:creationId xmlns:a16="http://schemas.microsoft.com/office/drawing/2014/main" id="{574A50D6-7278-A31D-BAA2-BCCB90B3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697" y="1612876"/>
                <a:ext cx="851580" cy="291747"/>
              </a:xfrm>
              <a:prstGeom prst="rect">
                <a:avLst/>
              </a:prstGeom>
              <a:blipFill>
                <a:blip r:embed="rId14"/>
                <a:stretch>
                  <a:fillRect t="-4348" b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3" name="矩形 1052">
            <a:extLst>
              <a:ext uri="{FF2B5EF4-FFF2-40B4-BE49-F238E27FC236}">
                <a16:creationId xmlns:a16="http://schemas.microsoft.com/office/drawing/2014/main" id="{3ABF003C-636B-6BC0-09E8-986342AD182F}"/>
              </a:ext>
            </a:extLst>
          </p:cNvPr>
          <p:cNvSpPr/>
          <p:nvPr/>
        </p:nvSpPr>
        <p:spPr>
          <a:xfrm>
            <a:off x="5101863" y="1973930"/>
            <a:ext cx="251844" cy="248776"/>
          </a:xfrm>
          <a:prstGeom prst="rect">
            <a:avLst/>
          </a:prstGeom>
          <a:solidFill>
            <a:srgbClr val="DBE7FB"/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1100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endParaRPr kumimoji="1" lang="zh-CN" altLang="en-US" sz="1100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D6C4FB65-3416-0972-93E2-FA2E003289F7}"/>
                  </a:ext>
                </a:extLst>
              </p:cNvPr>
              <p:cNvSpPr txBox="1"/>
              <p:nvPr/>
            </p:nvSpPr>
            <p:spPr>
              <a:xfrm>
                <a:off x="8354106" y="2004258"/>
                <a:ext cx="7195548" cy="431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36415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altLang="zh-CN" b="1" i="1">
                        <a:solidFill>
                          <a:srgbClr val="3641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36415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3641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364150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364150"/>
                                </a:solidFill>
                                <a:latin typeface="Cambria Math" panose="02040503050406030204" pitchFamily="18" charset="0"/>
                              </a:rPr>
                              <m:t>g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364150"/>
                                </a:solidFill>
                                <a:latin typeface="Cambria Math" panose="02040503050406030204" pitchFamily="18" charset="0"/>
                              </a:rPr>
                              <m:t>en</m:t>
                            </m:r>
                          </m:sub>
                        </m:sSub>
                      </m:sub>
                      <m:sup/>
                      <m:e>
                        <m:r>
                          <a:rPr lang="zh-CN" altLang="en-US" b="1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altLang="zh-CN" i="1">
                        <a:solidFill>
                          <a:srgbClr val="364150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   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3641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364150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364150"/>
                                </a:solidFill>
                                <a:latin typeface="Cambria Math" panose="02040503050406030204" pitchFamily="18" charset="0"/>
                              </a:rPr>
                              <m:t>non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zh-CN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kumimoji="1" lang="en-US" altLang="zh-CN" dirty="0">
                    <a:solidFill>
                      <a:srgbClr val="364150"/>
                    </a:solidFill>
                  </a:rPr>
                  <a:t> </a:t>
                </a:r>
                <a:endParaRPr lang="en-US" altLang="zh-CN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D6C4FB65-3416-0972-93E2-FA2E00328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106" y="2004258"/>
                <a:ext cx="7195548" cy="431337"/>
              </a:xfrm>
              <a:prstGeom prst="rect">
                <a:avLst/>
              </a:prstGeom>
              <a:blipFill>
                <a:blip r:embed="rId15"/>
                <a:stretch>
                  <a:fillRect t="-94286" b="-13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7C7EA885-D789-52D3-9675-529208229F5A}"/>
                  </a:ext>
                </a:extLst>
              </p:cNvPr>
              <p:cNvSpPr txBox="1"/>
              <p:nvPr/>
            </p:nvSpPr>
            <p:spPr>
              <a:xfrm>
                <a:off x="10145815" y="1870241"/>
                <a:ext cx="174040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effects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3641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:r>
                  <a:rPr lang="en-US" altLang="zh-CN" b="1" dirty="0">
                    <a:solidFill>
                      <a:srgbClr val="3E7A3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Generalizable</a:t>
                </a:r>
                <a:r>
                  <a:rPr lang="en-US" altLang="zh-CN" dirty="0">
                    <a:solidFill>
                      <a:srgbClr val="3E7A3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interactions</a:t>
                </a:r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7C7EA885-D789-52D3-9675-529208229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5815" y="1870241"/>
                <a:ext cx="1740408" cy="923330"/>
              </a:xfrm>
              <a:prstGeom prst="rect">
                <a:avLst/>
              </a:prstGeom>
              <a:blipFill>
                <a:blip r:embed="rId16"/>
                <a:stretch>
                  <a:fillRect l="-719" t="-4110" b="-10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7" name="组合 176">
            <a:extLst>
              <a:ext uri="{FF2B5EF4-FFF2-40B4-BE49-F238E27FC236}">
                <a16:creationId xmlns:a16="http://schemas.microsoft.com/office/drawing/2014/main" id="{BD9E41F8-695F-721E-77AC-A9FF9C1FE351}"/>
              </a:ext>
            </a:extLst>
          </p:cNvPr>
          <p:cNvGrpSpPr/>
          <p:nvPr/>
        </p:nvGrpSpPr>
        <p:grpSpPr>
          <a:xfrm>
            <a:off x="13016612" y="1880051"/>
            <a:ext cx="2299340" cy="923330"/>
            <a:chOff x="9126053" y="5820107"/>
            <a:chExt cx="2177434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B75B4D95-86D7-0B14-FD0C-3EC7F150D3E4}"/>
                    </a:ext>
                  </a:extLst>
                </p:cNvPr>
                <p:cNvSpPr txBox="1"/>
                <p:nvPr/>
              </p:nvSpPr>
              <p:spPr>
                <a:xfrm>
                  <a:off x="9183023" y="5820107"/>
                  <a:ext cx="2075022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rgbClr val="3641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effects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sub>
                      </m:sSub>
                    </m:oMath>
                  </a14:m>
                  <a:r>
                    <a:rPr lang="en-US" altLang="zh-CN" dirty="0">
                      <a:solidFill>
                        <a:srgbClr val="3641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of </a:t>
                  </a:r>
                </a:p>
                <a:p>
                  <a:pPr algn="ctr"/>
                  <a:r>
                    <a:rPr lang="en-US" altLang="zh-CN" b="1" dirty="0">
                      <a:solidFill>
                        <a:srgbClr val="D8641E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Non-generalizable</a:t>
                  </a:r>
                  <a:r>
                    <a:rPr lang="en-US" altLang="zh-CN" dirty="0">
                      <a:solidFill>
                        <a:srgbClr val="D8641E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interactions</a:t>
                  </a:r>
                </a:p>
              </p:txBody>
            </p:sp>
          </mc:Choice>
          <mc:Fallback xmlns="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B75B4D95-86D7-0B14-FD0C-3EC7F150D3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3023" y="5820107"/>
                  <a:ext cx="2075022" cy="923330"/>
                </a:xfrm>
                <a:prstGeom prst="rect">
                  <a:avLst/>
                </a:prstGeom>
                <a:blipFill>
                  <a:blip r:embed="rId17"/>
                  <a:stretch>
                    <a:fillRect l="-1149" t="-2703" r="-1149" b="-108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9" name="双大括号 178">
              <a:extLst>
                <a:ext uri="{FF2B5EF4-FFF2-40B4-BE49-F238E27FC236}">
                  <a16:creationId xmlns:a16="http://schemas.microsoft.com/office/drawing/2014/main" id="{0FC75D01-F7DC-DDB6-E01C-F0D4B7593B9C}"/>
                </a:ext>
              </a:extLst>
            </p:cNvPr>
            <p:cNvSpPr/>
            <p:nvPr/>
          </p:nvSpPr>
          <p:spPr>
            <a:xfrm>
              <a:off x="9126053" y="5898500"/>
              <a:ext cx="2177434" cy="735980"/>
            </a:xfrm>
            <a:prstGeom prst="bracePair">
              <a:avLst/>
            </a:prstGeom>
            <a:ln w="25400">
              <a:solidFill>
                <a:srgbClr val="ED7D3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9" name="连接符: 肘形 190">
            <a:extLst>
              <a:ext uri="{FF2B5EF4-FFF2-40B4-BE49-F238E27FC236}">
                <a16:creationId xmlns:a16="http://schemas.microsoft.com/office/drawing/2014/main" id="{2F4E66E2-809E-A93E-E16B-D3DFE342D267}"/>
              </a:ext>
            </a:extLst>
          </p:cNvPr>
          <p:cNvCxnSpPr>
            <a:cxnSpLocks/>
          </p:cNvCxnSpPr>
          <p:nvPr/>
        </p:nvCxnSpPr>
        <p:spPr>
          <a:xfrm>
            <a:off x="2996226" y="2517175"/>
            <a:ext cx="612000" cy="72000"/>
          </a:xfrm>
          <a:prstGeom prst="bentConnector3">
            <a:avLst>
              <a:gd name="adj1" fmla="val 99991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肘形 190">
            <a:extLst>
              <a:ext uri="{FF2B5EF4-FFF2-40B4-BE49-F238E27FC236}">
                <a16:creationId xmlns:a16="http://schemas.microsoft.com/office/drawing/2014/main" id="{75A06769-512B-A223-DC75-CBAC792377B4}"/>
              </a:ext>
            </a:extLst>
          </p:cNvPr>
          <p:cNvCxnSpPr>
            <a:cxnSpLocks/>
          </p:cNvCxnSpPr>
          <p:nvPr/>
        </p:nvCxnSpPr>
        <p:spPr>
          <a:xfrm>
            <a:off x="3001807" y="3143266"/>
            <a:ext cx="612000" cy="72000"/>
          </a:xfrm>
          <a:prstGeom prst="bentConnector3">
            <a:avLst>
              <a:gd name="adj1" fmla="val 99991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90">
            <a:extLst>
              <a:ext uri="{FF2B5EF4-FFF2-40B4-BE49-F238E27FC236}">
                <a16:creationId xmlns:a16="http://schemas.microsoft.com/office/drawing/2014/main" id="{51CE143C-0E3A-AC02-8B9D-C3C70A678645}"/>
              </a:ext>
            </a:extLst>
          </p:cNvPr>
          <p:cNvCxnSpPr>
            <a:cxnSpLocks/>
          </p:cNvCxnSpPr>
          <p:nvPr/>
        </p:nvCxnSpPr>
        <p:spPr>
          <a:xfrm>
            <a:off x="4402612" y="1870973"/>
            <a:ext cx="612000" cy="72000"/>
          </a:xfrm>
          <a:prstGeom prst="bentConnector3">
            <a:avLst>
              <a:gd name="adj1" fmla="val 99991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190">
            <a:extLst>
              <a:ext uri="{FF2B5EF4-FFF2-40B4-BE49-F238E27FC236}">
                <a16:creationId xmlns:a16="http://schemas.microsoft.com/office/drawing/2014/main" id="{058CA112-4B7F-DF18-13B5-68C9ACD15FD5}"/>
              </a:ext>
            </a:extLst>
          </p:cNvPr>
          <p:cNvCxnSpPr>
            <a:cxnSpLocks/>
          </p:cNvCxnSpPr>
          <p:nvPr/>
        </p:nvCxnSpPr>
        <p:spPr>
          <a:xfrm>
            <a:off x="4413662" y="2508940"/>
            <a:ext cx="612000" cy="72000"/>
          </a:xfrm>
          <a:prstGeom prst="bentConnector3">
            <a:avLst>
              <a:gd name="adj1" fmla="val 99991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190">
            <a:extLst>
              <a:ext uri="{FF2B5EF4-FFF2-40B4-BE49-F238E27FC236}">
                <a16:creationId xmlns:a16="http://schemas.microsoft.com/office/drawing/2014/main" id="{755FDE07-4F0F-6602-7F23-AAD8EAD23C95}"/>
              </a:ext>
            </a:extLst>
          </p:cNvPr>
          <p:cNvCxnSpPr>
            <a:cxnSpLocks/>
          </p:cNvCxnSpPr>
          <p:nvPr/>
        </p:nvCxnSpPr>
        <p:spPr>
          <a:xfrm>
            <a:off x="5593662" y="1866864"/>
            <a:ext cx="504000" cy="72000"/>
          </a:xfrm>
          <a:prstGeom prst="bentConnector3">
            <a:avLst>
              <a:gd name="adj1" fmla="val 99991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90">
            <a:extLst>
              <a:ext uri="{FF2B5EF4-FFF2-40B4-BE49-F238E27FC236}">
                <a16:creationId xmlns:a16="http://schemas.microsoft.com/office/drawing/2014/main" id="{CDCD9CA4-7CD5-F7A8-BB08-68C117944798}"/>
              </a:ext>
            </a:extLst>
          </p:cNvPr>
          <p:cNvCxnSpPr>
            <a:cxnSpLocks/>
          </p:cNvCxnSpPr>
          <p:nvPr/>
        </p:nvCxnSpPr>
        <p:spPr>
          <a:xfrm>
            <a:off x="5593247" y="2519724"/>
            <a:ext cx="540000" cy="72000"/>
          </a:xfrm>
          <a:prstGeom prst="bentConnector3">
            <a:avLst>
              <a:gd name="adj1" fmla="val 99991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90">
            <a:extLst>
              <a:ext uri="{FF2B5EF4-FFF2-40B4-BE49-F238E27FC236}">
                <a16:creationId xmlns:a16="http://schemas.microsoft.com/office/drawing/2014/main" id="{2A3A3C6C-5FDD-9A6A-A061-CF1CB1B4E008}"/>
              </a:ext>
            </a:extLst>
          </p:cNvPr>
          <p:cNvCxnSpPr>
            <a:cxnSpLocks/>
          </p:cNvCxnSpPr>
          <p:nvPr/>
        </p:nvCxnSpPr>
        <p:spPr>
          <a:xfrm>
            <a:off x="5579666" y="3137481"/>
            <a:ext cx="540000" cy="72000"/>
          </a:xfrm>
          <a:prstGeom prst="bentConnector3">
            <a:avLst>
              <a:gd name="adj1" fmla="val 99991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190">
            <a:extLst>
              <a:ext uri="{FF2B5EF4-FFF2-40B4-BE49-F238E27FC236}">
                <a16:creationId xmlns:a16="http://schemas.microsoft.com/office/drawing/2014/main" id="{998BF305-1854-4025-FCCB-68947E9CE510}"/>
              </a:ext>
            </a:extLst>
          </p:cNvPr>
          <p:cNvCxnSpPr>
            <a:cxnSpLocks/>
          </p:cNvCxnSpPr>
          <p:nvPr/>
        </p:nvCxnSpPr>
        <p:spPr>
          <a:xfrm>
            <a:off x="6900062" y="1870973"/>
            <a:ext cx="504000" cy="72000"/>
          </a:xfrm>
          <a:prstGeom prst="bentConnector3">
            <a:avLst>
              <a:gd name="adj1" fmla="val 99991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190">
            <a:extLst>
              <a:ext uri="{FF2B5EF4-FFF2-40B4-BE49-F238E27FC236}">
                <a16:creationId xmlns:a16="http://schemas.microsoft.com/office/drawing/2014/main" id="{E902350F-405A-0F1C-00B7-37A553158486}"/>
              </a:ext>
            </a:extLst>
          </p:cNvPr>
          <p:cNvCxnSpPr>
            <a:cxnSpLocks/>
          </p:cNvCxnSpPr>
          <p:nvPr/>
        </p:nvCxnSpPr>
        <p:spPr>
          <a:xfrm>
            <a:off x="6907749" y="2522194"/>
            <a:ext cx="540000" cy="72000"/>
          </a:xfrm>
          <a:prstGeom prst="bentConnector3">
            <a:avLst>
              <a:gd name="adj1" fmla="val 99991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连接符: 肘形 190">
            <a:extLst>
              <a:ext uri="{FF2B5EF4-FFF2-40B4-BE49-F238E27FC236}">
                <a16:creationId xmlns:a16="http://schemas.microsoft.com/office/drawing/2014/main" id="{7F70C864-1D5F-C105-0E82-C7E6F52B1A8A}"/>
              </a:ext>
            </a:extLst>
          </p:cNvPr>
          <p:cNvCxnSpPr>
            <a:cxnSpLocks/>
          </p:cNvCxnSpPr>
          <p:nvPr/>
        </p:nvCxnSpPr>
        <p:spPr>
          <a:xfrm>
            <a:off x="6897731" y="3130286"/>
            <a:ext cx="216000" cy="72000"/>
          </a:xfrm>
          <a:prstGeom prst="bentConnector3">
            <a:avLst>
              <a:gd name="adj1" fmla="val 99991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6" name="矩形: 圆角 36">
                <a:extLst>
                  <a:ext uri="{FF2B5EF4-FFF2-40B4-BE49-F238E27FC236}">
                    <a16:creationId xmlns:a16="http://schemas.microsoft.com/office/drawing/2014/main" id="{6EDDE7AE-A065-C2FC-C62A-E395B5285074}"/>
                  </a:ext>
                </a:extLst>
              </p:cNvPr>
              <p:cNvSpPr/>
              <p:nvPr/>
            </p:nvSpPr>
            <p:spPr>
              <a:xfrm>
                <a:off x="235358" y="291880"/>
                <a:ext cx="2467549" cy="649997"/>
              </a:xfrm>
              <a:prstGeom prst="roundRect">
                <a:avLst>
                  <a:gd name="adj" fmla="val 14067"/>
                </a:avLst>
              </a:prstGeom>
              <a:solidFill>
                <a:srgbClr val="E9C8C9"/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36415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LLM output score</a:t>
                </a: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36415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 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64150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41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𝑣</m:t>
                    </m:r>
                    <m:r>
                      <a:rPr kumimoji="0" lang="en-US" altLang="zh-CN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41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zh-CN" alt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41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“</m:t>
                    </m:r>
                    <m:r>
                      <a:rPr kumimoji="0" lang="en-US" altLang="zh-CN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41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𝑠𝑝𝑎𝑐𝑒</m:t>
                    </m:r>
                    <m:r>
                      <a:rPr kumimoji="0" lang="zh-CN" alt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41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”</m:t>
                    </m:r>
                    <m:r>
                      <a:rPr kumimoji="0" lang="en-US" altLang="zh-CN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41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|</m:t>
                    </m:r>
                    <m:r>
                      <a:rPr kumimoji="0" lang="en-US" altLang="zh-CN" sz="20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41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𝒙</m:t>
                    </m:r>
                    <m:r>
                      <a:rPr kumimoji="0" lang="en-US" altLang="zh-CN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3641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6415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06" name="矩形: 圆角 36">
                <a:extLst>
                  <a:ext uri="{FF2B5EF4-FFF2-40B4-BE49-F238E27FC236}">
                    <a16:creationId xmlns:a16="http://schemas.microsoft.com/office/drawing/2014/main" id="{6EDDE7AE-A065-C2FC-C62A-E395B52850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58" y="291880"/>
                <a:ext cx="2467549" cy="649997"/>
              </a:xfrm>
              <a:prstGeom prst="roundRect">
                <a:avLst>
                  <a:gd name="adj" fmla="val 14067"/>
                </a:avLst>
              </a:prstGeom>
              <a:blipFill>
                <a:blip r:embed="rId18"/>
                <a:stretch>
                  <a:fillRect t="-9615" b="-1153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1" name="矩形: 圆角 36">
                <a:extLst>
                  <a:ext uri="{FF2B5EF4-FFF2-40B4-BE49-F238E27FC236}">
                    <a16:creationId xmlns:a16="http://schemas.microsoft.com/office/drawing/2014/main" id="{9B4E38D0-5C2F-F9C5-CD83-F4A6C56B0C80}"/>
                  </a:ext>
                </a:extLst>
              </p:cNvPr>
              <p:cNvSpPr/>
              <p:nvPr/>
            </p:nvSpPr>
            <p:spPr>
              <a:xfrm>
                <a:off x="2789553" y="277976"/>
                <a:ext cx="5054751" cy="649997"/>
              </a:xfrm>
              <a:prstGeom prst="roundRect">
                <a:avLst>
                  <a:gd name="adj" fmla="val 20417"/>
                </a:avLst>
              </a:prstGeom>
              <a:solidFill>
                <a:srgbClr val="DCE9FA"/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R="0" lvl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3460750" algn="l"/>
                  </a:tabLst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36415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AND-OR logical model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415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h</m:t>
                      </m:r>
                      <m:d>
                        <m:d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41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41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“</m:t>
                          </m:r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41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𝑠𝑝𝑎𝑐𝑒</m:t>
                          </m:r>
                          <m:r>
                            <a:rPr kumimoji="0" lang="zh-CN" alt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41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”</m:t>
                          </m:r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41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|</m:t>
                          </m:r>
                          <m:r>
                            <a:rPr kumimoji="0" lang="en-US" altLang="zh-CN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41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364150"/>
                  </a:solidFill>
                  <a:effectLst/>
                  <a:uLnTx/>
                  <a:uFillTx/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11" name="矩形: 圆角 36">
                <a:extLst>
                  <a:ext uri="{FF2B5EF4-FFF2-40B4-BE49-F238E27FC236}">
                    <a16:creationId xmlns:a16="http://schemas.microsoft.com/office/drawing/2014/main" id="{9B4E38D0-5C2F-F9C5-CD83-F4A6C56B0C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553" y="277976"/>
                <a:ext cx="5054751" cy="649997"/>
              </a:xfrm>
              <a:prstGeom prst="roundRect">
                <a:avLst>
                  <a:gd name="adj" fmla="val 20417"/>
                </a:avLst>
              </a:prstGeom>
              <a:blipFill>
                <a:blip r:embed="rId19"/>
                <a:stretch>
                  <a:fillRect t="-9804" b="-1372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6" name="左右箭头 1315">
            <a:extLst>
              <a:ext uri="{FF2B5EF4-FFF2-40B4-BE49-F238E27FC236}">
                <a16:creationId xmlns:a16="http://schemas.microsoft.com/office/drawing/2014/main" id="{2724A7A5-171F-AEC7-C50E-63300DFA0E35}"/>
              </a:ext>
            </a:extLst>
          </p:cNvPr>
          <p:cNvSpPr/>
          <p:nvPr/>
        </p:nvSpPr>
        <p:spPr>
          <a:xfrm>
            <a:off x="1780491" y="1332830"/>
            <a:ext cx="1181414" cy="441037"/>
          </a:xfrm>
          <a:prstGeom prst="leftRightArrow">
            <a:avLst/>
          </a:prstGeom>
          <a:gradFill flip="none" rotWithShape="1">
            <a:gsLst>
              <a:gs pos="0">
                <a:srgbClr val="C36C67">
                  <a:lumMod val="72000"/>
                  <a:lumOff val="28000"/>
                </a:srgbClr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364150"/>
              </a:solidFill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6B9FD963-A6FF-E301-A486-3C78EEFBDCEB}"/>
              </a:ext>
            </a:extLst>
          </p:cNvPr>
          <p:cNvSpPr txBox="1"/>
          <p:nvPr/>
        </p:nvSpPr>
        <p:spPr>
          <a:xfrm>
            <a:off x="1510718" y="1047889"/>
            <a:ext cx="2637498" cy="335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altLang="zh-CN" b="1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Equivalent</a:t>
            </a:r>
            <a:r>
              <a:rPr lang="zh-CN" altLang="en-US" b="1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endParaRPr lang="zh-CN" altLang="en-US" b="1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1" name="矩形: 圆角 36">
                <a:extLst>
                  <a:ext uri="{FF2B5EF4-FFF2-40B4-BE49-F238E27FC236}">
                    <a16:creationId xmlns:a16="http://schemas.microsoft.com/office/drawing/2014/main" id="{71DC8D52-C5DF-FCEA-F296-97FBE85134A2}"/>
                  </a:ext>
                </a:extLst>
              </p:cNvPr>
              <p:cNvSpPr/>
              <p:nvPr/>
            </p:nvSpPr>
            <p:spPr>
              <a:xfrm>
                <a:off x="225234" y="3759663"/>
                <a:ext cx="7711558" cy="627727"/>
              </a:xfrm>
              <a:prstGeom prst="roundRect">
                <a:avLst>
                  <a:gd name="adj" fmla="val 23174"/>
                </a:avLst>
              </a:prstGeom>
              <a:solidFill>
                <a:srgbClr val="FFE699">
                  <a:alpha val="59608"/>
                </a:srgbClr>
              </a:solidFill>
              <a:ln w="19050">
                <a:solidFill>
                  <a:srgbClr val="FFE699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251999" rIns="0" bIns="0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20000"/>
                  </a:lnSpc>
                </a:pPr>
                <a:r>
                  <a:rPr lang="en-US" altLang="zh-CN" sz="1400" b="1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Input prompt </a:t>
                </a:r>
                <a14:m>
                  <m:oMath xmlns:m="http://schemas.openxmlformats.org/officeDocument/2006/math">
                    <m:r>
                      <a:rPr lang="en-US" altLang="zh-CN" sz="1400" b="1" i="1" dirty="0">
                        <a:solidFill>
                          <a:srgbClr val="3641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US" altLang="zh-CN" sz="1400" b="1" dirty="0">
                        <a:solidFill>
                          <a:srgbClr val="3641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:</m:t>
                    </m:r>
                  </m:oMath>
                </a14:m>
                <a:r>
                  <a:rPr lang="zh-CN" altLang="en-US" sz="1400" b="1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zh-CN" altLang="en-US" sz="1400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“</a:t>
                </a:r>
                <a:r>
                  <a:rPr lang="en-US" altLang="zh-CN" sz="1400" i="1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Einstein’s Theory of General Relativity proposes that gravity is the warping of</a:t>
                </a:r>
                <a:r>
                  <a:rPr kumimoji="1" lang="zh-CN" altLang="en-US" sz="1400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”</a:t>
                </a:r>
              </a:p>
              <a:p>
                <a:pPr lvl="0">
                  <a:lnSpc>
                    <a:spcPct val="120000"/>
                  </a:lnSpc>
                </a:pPr>
                <a:r>
                  <a:rPr kumimoji="1" lang="en-US" altLang="zh-CN" sz="1400" b="1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Llama-7B LLM’s predict</a:t>
                </a:r>
                <a:r>
                  <a:rPr kumimoji="1" lang="en-US" altLang="zh-CN" sz="1400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kumimoji="1" lang="en-US" altLang="zh-CN" sz="1400" b="1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zh-CN" altLang="en-US" sz="1400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“</a:t>
                </a:r>
                <a:r>
                  <a:rPr lang="en-US" altLang="zh-CN" sz="1400" i="1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space</a:t>
                </a:r>
                <a:r>
                  <a:rPr kumimoji="1" lang="zh-CN" altLang="en-US" sz="1400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”</a:t>
                </a:r>
              </a:p>
              <a:p>
                <a:pPr algn="ctr"/>
                <a:endParaRPr lang="zh-CN" altLang="en-US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321" name="矩形: 圆角 36">
                <a:extLst>
                  <a:ext uri="{FF2B5EF4-FFF2-40B4-BE49-F238E27FC236}">
                    <a16:creationId xmlns:a16="http://schemas.microsoft.com/office/drawing/2014/main" id="{71DC8D52-C5DF-FCEA-F296-97FBE85134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234" y="3759663"/>
                <a:ext cx="7711558" cy="627727"/>
              </a:xfrm>
              <a:prstGeom prst="roundRect">
                <a:avLst>
                  <a:gd name="adj" fmla="val 23174"/>
                </a:avLst>
              </a:prstGeom>
              <a:blipFill>
                <a:blip r:embed="rId20"/>
                <a:stretch>
                  <a:fillRect l="-328" b="-1923"/>
                </a:stretch>
              </a:blipFill>
              <a:ln w="19050">
                <a:solidFill>
                  <a:srgbClr val="FFE699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8" name="矩形: 圆角 36">
            <a:extLst>
              <a:ext uri="{FF2B5EF4-FFF2-40B4-BE49-F238E27FC236}">
                <a16:creationId xmlns:a16="http://schemas.microsoft.com/office/drawing/2014/main" id="{87A2E4BC-2F57-B22E-61D7-4F93AA03E216}"/>
              </a:ext>
            </a:extLst>
          </p:cNvPr>
          <p:cNvSpPr/>
          <p:nvPr/>
        </p:nvSpPr>
        <p:spPr>
          <a:xfrm>
            <a:off x="8486550" y="2855263"/>
            <a:ext cx="3192791" cy="1584259"/>
          </a:xfrm>
          <a:prstGeom prst="roundRect">
            <a:avLst>
              <a:gd name="adj" fmla="val 4832"/>
            </a:avLst>
          </a:prstGeom>
          <a:noFill/>
          <a:ln w="19050">
            <a:solidFill>
              <a:srgbClr val="7A9777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64150"/>
              </a:solidFill>
            </a:endParaRPr>
          </a:p>
        </p:txBody>
      </p:sp>
      <p:sp>
        <p:nvSpPr>
          <p:cNvPr id="1339" name="矩形: 圆角 36">
            <a:extLst>
              <a:ext uri="{FF2B5EF4-FFF2-40B4-BE49-F238E27FC236}">
                <a16:creationId xmlns:a16="http://schemas.microsoft.com/office/drawing/2014/main" id="{B0545210-6E30-73A5-477E-D8042BB15520}"/>
              </a:ext>
            </a:extLst>
          </p:cNvPr>
          <p:cNvSpPr/>
          <p:nvPr/>
        </p:nvSpPr>
        <p:spPr>
          <a:xfrm>
            <a:off x="8479315" y="2855261"/>
            <a:ext cx="3214198" cy="329716"/>
          </a:xfrm>
          <a:prstGeom prst="roundRect">
            <a:avLst>
              <a:gd name="adj" fmla="val 20417"/>
            </a:avLst>
          </a:prstGeom>
          <a:solidFill>
            <a:srgbClr val="7A9777">
              <a:alpha val="50196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a </a:t>
            </a:r>
            <a:r>
              <a:rPr lang="en-US" altLang="zh-CN" b="1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decay-shaped </a:t>
            </a:r>
            <a:r>
              <a:rPr lang="en-US" altLang="zh-CN" b="1" dirty="0" err="1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</a:t>
            </a:r>
            <a:r>
              <a:rPr lang="en-US" altLang="zh-CN" b="1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b="1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直接连接符 1200">
            <a:extLst>
              <a:ext uri="{FF2B5EF4-FFF2-40B4-BE49-F238E27FC236}">
                <a16:creationId xmlns:a16="http://schemas.microsoft.com/office/drawing/2014/main" id="{7BBCB6DF-D3B4-1842-87B9-F49CA309AEFA}"/>
              </a:ext>
            </a:extLst>
          </p:cNvPr>
          <p:cNvCxnSpPr>
            <a:cxnSpLocks/>
          </p:cNvCxnSpPr>
          <p:nvPr/>
        </p:nvCxnSpPr>
        <p:spPr>
          <a:xfrm>
            <a:off x="9580800" y="3904562"/>
            <a:ext cx="1512000" cy="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B04345A5-AEF3-F8CE-1EF8-468E7546340E}"/>
              </a:ext>
            </a:extLst>
          </p:cNvPr>
          <p:cNvSpPr/>
          <p:nvPr/>
        </p:nvSpPr>
        <p:spPr>
          <a:xfrm>
            <a:off x="9586856" y="3256942"/>
            <a:ext cx="1512000" cy="936000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6E01E34-A2CC-8E51-A3BE-4148F67536F0}"/>
              </a:ext>
            </a:extLst>
          </p:cNvPr>
          <p:cNvSpPr/>
          <p:nvPr/>
        </p:nvSpPr>
        <p:spPr>
          <a:xfrm>
            <a:off x="9644123" y="3316386"/>
            <a:ext cx="133200" cy="600518"/>
          </a:xfrm>
          <a:prstGeom prst="rect">
            <a:avLst/>
          </a:prstGeom>
          <a:solidFill>
            <a:srgbClr val="7E9AD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5F38CD8-2B23-65C3-C469-6D08E004A4C5}"/>
              </a:ext>
            </a:extLst>
          </p:cNvPr>
          <p:cNvSpPr/>
          <p:nvPr/>
        </p:nvSpPr>
        <p:spPr>
          <a:xfrm>
            <a:off x="9824252" y="3662784"/>
            <a:ext cx="133200" cy="253261"/>
          </a:xfrm>
          <a:prstGeom prst="rect">
            <a:avLst/>
          </a:prstGeom>
          <a:solidFill>
            <a:srgbClr val="7E9AD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ED50BE8-1074-177C-FD9C-06F55FA819C8}"/>
              </a:ext>
            </a:extLst>
          </p:cNvPr>
          <p:cNvSpPr/>
          <p:nvPr/>
        </p:nvSpPr>
        <p:spPr>
          <a:xfrm>
            <a:off x="10006445" y="3819430"/>
            <a:ext cx="133200" cy="96604"/>
          </a:xfrm>
          <a:prstGeom prst="rect">
            <a:avLst/>
          </a:prstGeom>
          <a:solidFill>
            <a:srgbClr val="7E9AD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cxnSp>
        <p:nvCxnSpPr>
          <p:cNvPr id="38" name="直接连接符 1205">
            <a:extLst>
              <a:ext uri="{FF2B5EF4-FFF2-40B4-BE49-F238E27FC236}">
                <a16:creationId xmlns:a16="http://schemas.microsoft.com/office/drawing/2014/main" id="{815E66DE-5BAF-F86D-1191-C3AEBFB366ED}"/>
              </a:ext>
            </a:extLst>
          </p:cNvPr>
          <p:cNvCxnSpPr>
            <a:cxnSpLocks/>
          </p:cNvCxnSpPr>
          <p:nvPr/>
        </p:nvCxnSpPr>
        <p:spPr>
          <a:xfrm>
            <a:off x="9542844" y="3906533"/>
            <a:ext cx="44908" cy="0"/>
          </a:xfrm>
          <a:prstGeom prst="line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A4E5E380-6314-54FD-A474-E2E09BC19B11}"/>
              </a:ext>
            </a:extLst>
          </p:cNvPr>
          <p:cNvSpPr/>
          <p:nvPr/>
        </p:nvSpPr>
        <p:spPr>
          <a:xfrm>
            <a:off x="9644123" y="3916034"/>
            <a:ext cx="133200" cy="72244"/>
          </a:xfrm>
          <a:prstGeom prst="rect">
            <a:avLst/>
          </a:prstGeom>
          <a:solidFill>
            <a:srgbClr val="B4C9E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A0C36710-947C-7E85-40EF-67E4A5971E71}"/>
                  </a:ext>
                </a:extLst>
              </p:cNvPr>
              <p:cNvSpPr txBox="1"/>
              <p:nvPr/>
            </p:nvSpPr>
            <p:spPr>
              <a:xfrm flipH="1">
                <a:off x="9528907" y="4135495"/>
                <a:ext cx="172861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    Order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3641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CN" sz="1600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8    </a:t>
                </a:r>
                <a:endParaRPr lang="zh-CN" altLang="en-US" sz="1600" dirty="0">
                  <a:solidFill>
                    <a:srgbClr val="3641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A0C36710-947C-7E85-40EF-67E4A5971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528907" y="4135495"/>
                <a:ext cx="1728610" cy="338554"/>
              </a:xfrm>
              <a:prstGeom prst="rect">
                <a:avLst/>
              </a:prstGeom>
              <a:blipFill>
                <a:blip r:embed="rId21"/>
                <a:stretch>
                  <a:fillRect l="-2190" t="-3571" r="-5109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矩形 80">
            <a:extLst>
              <a:ext uri="{FF2B5EF4-FFF2-40B4-BE49-F238E27FC236}">
                <a16:creationId xmlns:a16="http://schemas.microsoft.com/office/drawing/2014/main" id="{22789E43-00A7-5C1A-C59A-7DF8EB367777}"/>
              </a:ext>
            </a:extLst>
          </p:cNvPr>
          <p:cNvSpPr/>
          <p:nvPr/>
        </p:nvSpPr>
        <p:spPr>
          <a:xfrm>
            <a:off x="9824252" y="3915889"/>
            <a:ext cx="133200" cy="45719"/>
          </a:xfrm>
          <a:prstGeom prst="rect">
            <a:avLst/>
          </a:prstGeom>
          <a:solidFill>
            <a:srgbClr val="B4C9E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cxnSp>
        <p:nvCxnSpPr>
          <p:cNvPr id="92" name="直接连接符 69">
            <a:extLst>
              <a:ext uri="{FF2B5EF4-FFF2-40B4-BE49-F238E27FC236}">
                <a16:creationId xmlns:a16="http://schemas.microsoft.com/office/drawing/2014/main" id="{96EB8631-5831-1DA7-BE06-7B5452FC304A}"/>
              </a:ext>
            </a:extLst>
          </p:cNvPr>
          <p:cNvCxnSpPr>
            <a:cxnSpLocks/>
          </p:cNvCxnSpPr>
          <p:nvPr/>
        </p:nvCxnSpPr>
        <p:spPr>
          <a:xfrm>
            <a:off x="9541710" y="3907672"/>
            <a:ext cx="44908" cy="0"/>
          </a:xfrm>
          <a:prstGeom prst="line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直接连接符 71">
            <a:extLst>
              <a:ext uri="{FF2B5EF4-FFF2-40B4-BE49-F238E27FC236}">
                <a16:creationId xmlns:a16="http://schemas.microsoft.com/office/drawing/2014/main" id="{22A57A03-89C0-8BCA-27D1-FB90A470C8C7}"/>
              </a:ext>
            </a:extLst>
          </p:cNvPr>
          <p:cNvCxnSpPr>
            <a:cxnSpLocks/>
          </p:cNvCxnSpPr>
          <p:nvPr/>
        </p:nvCxnSpPr>
        <p:spPr>
          <a:xfrm>
            <a:off x="9534002" y="3903006"/>
            <a:ext cx="44908" cy="0"/>
          </a:xfrm>
          <a:prstGeom prst="line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532D9D98-F112-B392-B9DB-76DCF97C80D1}"/>
              </a:ext>
            </a:extLst>
          </p:cNvPr>
          <p:cNvSpPr txBox="1"/>
          <p:nvPr/>
        </p:nvSpPr>
        <p:spPr>
          <a:xfrm>
            <a:off x="9224415" y="3753510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solidFill>
                  <a:srgbClr val="3641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050" dirty="0">
              <a:solidFill>
                <a:srgbClr val="3641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左大括号 96">
            <a:extLst>
              <a:ext uri="{FF2B5EF4-FFF2-40B4-BE49-F238E27FC236}">
                <a16:creationId xmlns:a16="http://schemas.microsoft.com/office/drawing/2014/main" id="{DA511600-8988-0D53-5577-BB4E8A0D230E}"/>
              </a:ext>
            </a:extLst>
          </p:cNvPr>
          <p:cNvSpPr/>
          <p:nvPr/>
        </p:nvSpPr>
        <p:spPr>
          <a:xfrm>
            <a:off x="9328528" y="3256561"/>
            <a:ext cx="173653" cy="590406"/>
          </a:xfrm>
          <a:prstGeom prst="leftBrace">
            <a:avLst/>
          </a:prstGeom>
          <a:ln w="28575">
            <a:solidFill>
              <a:srgbClr val="7E9A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rgbClr val="364150"/>
              </a:solidFill>
            </a:endParaRPr>
          </a:p>
        </p:txBody>
      </p:sp>
      <p:sp>
        <p:nvSpPr>
          <p:cNvPr id="100" name="左大括号 99">
            <a:extLst>
              <a:ext uri="{FF2B5EF4-FFF2-40B4-BE49-F238E27FC236}">
                <a16:creationId xmlns:a16="http://schemas.microsoft.com/office/drawing/2014/main" id="{A7483217-52EC-BA9B-5966-1B8F38E8850C}"/>
              </a:ext>
            </a:extLst>
          </p:cNvPr>
          <p:cNvSpPr/>
          <p:nvPr/>
        </p:nvSpPr>
        <p:spPr>
          <a:xfrm>
            <a:off x="9328519" y="3914846"/>
            <a:ext cx="167955" cy="251173"/>
          </a:xfrm>
          <a:prstGeom prst="leftBrace">
            <a:avLst/>
          </a:prstGeom>
          <a:ln w="28575">
            <a:solidFill>
              <a:srgbClr val="B4C9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5681F850-31A1-D761-A6F4-49E84EDBBD96}"/>
                  </a:ext>
                </a:extLst>
              </p:cNvPr>
              <p:cNvSpPr txBox="1"/>
              <p:nvPr/>
            </p:nvSpPr>
            <p:spPr>
              <a:xfrm>
                <a:off x="8688646" y="3298023"/>
                <a:ext cx="751644" cy="434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smtClean="0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600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  <m:t>gen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1600" i="1">
                                  <a:solidFill>
                                    <a:srgbClr val="3641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solidFill>
                                    <a:srgbClr val="36415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altLang="zh-CN" sz="1600" i="1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  <m:t>,+</m:t>
                          </m:r>
                        </m:sup>
                      </m:sSubSup>
                    </m:oMath>
                  </m:oMathPara>
                </a14:m>
                <a:endParaRPr lang="zh-CN" altLang="en-US" sz="16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5681F850-31A1-D761-A6F4-49E84EDBB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646" y="3298023"/>
                <a:ext cx="751644" cy="43473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6100C4C2-B589-8854-DA05-3E20CD56C7A1}"/>
                  </a:ext>
                </a:extLst>
              </p:cNvPr>
              <p:cNvSpPr txBox="1"/>
              <p:nvPr/>
            </p:nvSpPr>
            <p:spPr>
              <a:xfrm>
                <a:off x="8688646" y="3833294"/>
                <a:ext cx="751644" cy="434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smtClean="0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600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  <m:t>gen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1600" i="1">
                                  <a:solidFill>
                                    <a:srgbClr val="3641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solidFill>
                                    <a:srgbClr val="36415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altLang="zh-CN" sz="1600" i="1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  <m:t>,−</m:t>
                          </m:r>
                        </m:sup>
                      </m:sSubSup>
                    </m:oMath>
                  </m:oMathPara>
                </a14:m>
                <a:endParaRPr lang="zh-CN" altLang="en-US" sz="16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6100C4C2-B589-8854-DA05-3E20CD56C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646" y="3833294"/>
                <a:ext cx="751644" cy="43473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1" name="矩形: 圆角 36">
            <a:extLst>
              <a:ext uri="{FF2B5EF4-FFF2-40B4-BE49-F238E27FC236}">
                <a16:creationId xmlns:a16="http://schemas.microsoft.com/office/drawing/2014/main" id="{B7B3F511-580A-56F6-C497-6D70F88995C2}"/>
              </a:ext>
            </a:extLst>
          </p:cNvPr>
          <p:cNvSpPr/>
          <p:nvPr/>
        </p:nvSpPr>
        <p:spPr>
          <a:xfrm>
            <a:off x="11993725" y="2855263"/>
            <a:ext cx="3281657" cy="1577723"/>
          </a:xfrm>
          <a:prstGeom prst="roundRect">
            <a:avLst>
              <a:gd name="adj" fmla="val 4832"/>
            </a:avLst>
          </a:prstGeom>
          <a:noFill/>
          <a:ln w="19050">
            <a:solidFill>
              <a:srgbClr val="ED7D3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64150"/>
              </a:solidFill>
            </a:endParaRPr>
          </a:p>
        </p:txBody>
      </p:sp>
      <p:sp>
        <p:nvSpPr>
          <p:cNvPr id="1362" name="矩形: 圆角 36">
            <a:extLst>
              <a:ext uri="{FF2B5EF4-FFF2-40B4-BE49-F238E27FC236}">
                <a16:creationId xmlns:a16="http://schemas.microsoft.com/office/drawing/2014/main" id="{6A812FAB-111B-CDE3-8622-5332CEC5B0A3}"/>
              </a:ext>
            </a:extLst>
          </p:cNvPr>
          <p:cNvSpPr/>
          <p:nvPr/>
        </p:nvSpPr>
        <p:spPr>
          <a:xfrm>
            <a:off x="12003421" y="2855261"/>
            <a:ext cx="3277171" cy="323180"/>
          </a:xfrm>
          <a:prstGeom prst="roundRect">
            <a:avLst>
              <a:gd name="adj" fmla="val 20417"/>
            </a:avLst>
          </a:prstGeom>
          <a:solidFill>
            <a:schemeClr val="accent2">
              <a:lumMod val="40000"/>
              <a:lumOff val="60000"/>
              <a:alpha val="50196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6415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follow a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6415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spindle-shaped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36415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distri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6415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.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6415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380" name="直接连接符 1228">
            <a:extLst>
              <a:ext uri="{FF2B5EF4-FFF2-40B4-BE49-F238E27FC236}">
                <a16:creationId xmlns:a16="http://schemas.microsoft.com/office/drawing/2014/main" id="{0319C280-EF08-74D8-1881-85A7579C47E8}"/>
              </a:ext>
            </a:extLst>
          </p:cNvPr>
          <p:cNvCxnSpPr>
            <a:cxnSpLocks/>
          </p:cNvCxnSpPr>
          <p:nvPr/>
        </p:nvCxnSpPr>
        <p:spPr>
          <a:xfrm>
            <a:off x="13257561" y="3896524"/>
            <a:ext cx="1507595" cy="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81" name="矩形 1380">
            <a:extLst>
              <a:ext uri="{FF2B5EF4-FFF2-40B4-BE49-F238E27FC236}">
                <a16:creationId xmlns:a16="http://schemas.microsoft.com/office/drawing/2014/main" id="{E09534AA-FFCF-E930-3301-502782307EC2}"/>
              </a:ext>
            </a:extLst>
          </p:cNvPr>
          <p:cNvSpPr/>
          <p:nvPr/>
        </p:nvSpPr>
        <p:spPr>
          <a:xfrm>
            <a:off x="13267305" y="3236344"/>
            <a:ext cx="1512000" cy="936000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cxnSp>
        <p:nvCxnSpPr>
          <p:cNvPr id="1382" name="直接连接符 1233">
            <a:extLst>
              <a:ext uri="{FF2B5EF4-FFF2-40B4-BE49-F238E27FC236}">
                <a16:creationId xmlns:a16="http://schemas.microsoft.com/office/drawing/2014/main" id="{2683A18B-CDA0-30C7-2589-6E3975CA8B06}"/>
              </a:ext>
            </a:extLst>
          </p:cNvPr>
          <p:cNvCxnSpPr/>
          <p:nvPr/>
        </p:nvCxnSpPr>
        <p:spPr>
          <a:xfrm>
            <a:off x="13221505" y="3897485"/>
            <a:ext cx="47022" cy="0"/>
          </a:xfrm>
          <a:prstGeom prst="line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83" name="直接连接符 30">
            <a:extLst>
              <a:ext uri="{FF2B5EF4-FFF2-40B4-BE49-F238E27FC236}">
                <a16:creationId xmlns:a16="http://schemas.microsoft.com/office/drawing/2014/main" id="{ED7FB75F-8AAB-1D6D-0AE7-BC9232411682}"/>
              </a:ext>
            </a:extLst>
          </p:cNvPr>
          <p:cNvCxnSpPr/>
          <p:nvPr/>
        </p:nvCxnSpPr>
        <p:spPr>
          <a:xfrm>
            <a:off x="13213435" y="3893027"/>
            <a:ext cx="47022" cy="0"/>
          </a:xfrm>
          <a:prstGeom prst="line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84" name="文本框 82">
            <a:extLst>
              <a:ext uri="{FF2B5EF4-FFF2-40B4-BE49-F238E27FC236}">
                <a16:creationId xmlns:a16="http://schemas.microsoft.com/office/drawing/2014/main" id="{6F7D3AA9-CC79-95BF-0937-5E43516B6C30}"/>
              </a:ext>
            </a:extLst>
          </p:cNvPr>
          <p:cNvSpPr txBox="1"/>
          <p:nvPr/>
        </p:nvSpPr>
        <p:spPr>
          <a:xfrm>
            <a:off x="12913052" y="3757493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dirty="0">
                <a:solidFill>
                  <a:srgbClr val="3641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050" dirty="0">
              <a:solidFill>
                <a:srgbClr val="3641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5" name="文本框 87">
                <a:extLst>
                  <a:ext uri="{FF2B5EF4-FFF2-40B4-BE49-F238E27FC236}">
                    <a16:creationId xmlns:a16="http://schemas.microsoft.com/office/drawing/2014/main" id="{0F73DF82-AC14-0ABD-01D9-F50D69B0D4C9}"/>
                  </a:ext>
                </a:extLst>
              </p:cNvPr>
              <p:cNvSpPr txBox="1"/>
              <p:nvPr/>
            </p:nvSpPr>
            <p:spPr>
              <a:xfrm>
                <a:off x="12267367" y="3322637"/>
                <a:ext cx="787035" cy="3869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smtClean="0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600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  <m:t>non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1600" i="1">
                                  <a:solidFill>
                                    <a:srgbClr val="3641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solidFill>
                                    <a:srgbClr val="36415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altLang="zh-CN" sz="1600" i="1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  <m:t>,+</m:t>
                          </m:r>
                        </m:sup>
                      </m:sSubSup>
                    </m:oMath>
                  </m:oMathPara>
                </a14:m>
                <a:endParaRPr lang="zh-CN" altLang="en-US" sz="16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385" name="文本框 87">
                <a:extLst>
                  <a:ext uri="{FF2B5EF4-FFF2-40B4-BE49-F238E27FC236}">
                    <a16:creationId xmlns:a16="http://schemas.microsoft.com/office/drawing/2014/main" id="{0F73DF82-AC14-0ABD-01D9-F50D69B0D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7367" y="3322637"/>
                <a:ext cx="787035" cy="38690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6" name="矩形 1385">
            <a:extLst>
              <a:ext uri="{FF2B5EF4-FFF2-40B4-BE49-F238E27FC236}">
                <a16:creationId xmlns:a16="http://schemas.microsoft.com/office/drawing/2014/main" id="{9E408DB9-42D7-456E-8A56-CBA8801FE835}"/>
              </a:ext>
            </a:extLst>
          </p:cNvPr>
          <p:cNvSpPr/>
          <p:nvPr/>
        </p:nvSpPr>
        <p:spPr>
          <a:xfrm>
            <a:off x="13739990" y="3759728"/>
            <a:ext cx="133200" cy="137860"/>
          </a:xfrm>
          <a:prstGeom prst="rect">
            <a:avLst/>
          </a:prstGeom>
          <a:solidFill>
            <a:srgbClr val="7E9AD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387" name="矩形 1386">
            <a:extLst>
              <a:ext uri="{FF2B5EF4-FFF2-40B4-BE49-F238E27FC236}">
                <a16:creationId xmlns:a16="http://schemas.microsoft.com/office/drawing/2014/main" id="{A9E32AEA-A9D8-B3FA-B58C-F70299CE05D8}"/>
              </a:ext>
            </a:extLst>
          </p:cNvPr>
          <p:cNvSpPr/>
          <p:nvPr/>
        </p:nvSpPr>
        <p:spPr>
          <a:xfrm>
            <a:off x="14114030" y="3759745"/>
            <a:ext cx="133200" cy="137860"/>
          </a:xfrm>
          <a:prstGeom prst="rect">
            <a:avLst/>
          </a:prstGeom>
          <a:solidFill>
            <a:srgbClr val="7E9AD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388" name="矩形 1387">
            <a:extLst>
              <a:ext uri="{FF2B5EF4-FFF2-40B4-BE49-F238E27FC236}">
                <a16:creationId xmlns:a16="http://schemas.microsoft.com/office/drawing/2014/main" id="{92EC317A-D35F-A0D9-3090-B2FE928830A1}"/>
              </a:ext>
            </a:extLst>
          </p:cNvPr>
          <p:cNvSpPr/>
          <p:nvPr/>
        </p:nvSpPr>
        <p:spPr>
          <a:xfrm>
            <a:off x="14304335" y="3821710"/>
            <a:ext cx="133200" cy="75422"/>
          </a:xfrm>
          <a:prstGeom prst="rect">
            <a:avLst/>
          </a:prstGeom>
          <a:solidFill>
            <a:srgbClr val="7E9AD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389" name="矩形 1388">
            <a:extLst>
              <a:ext uri="{FF2B5EF4-FFF2-40B4-BE49-F238E27FC236}">
                <a16:creationId xmlns:a16="http://schemas.microsoft.com/office/drawing/2014/main" id="{D12AEF77-88AC-ED4D-7F97-4E31BA46FD07}"/>
              </a:ext>
            </a:extLst>
          </p:cNvPr>
          <p:cNvSpPr/>
          <p:nvPr/>
        </p:nvSpPr>
        <p:spPr>
          <a:xfrm>
            <a:off x="13552516" y="3895639"/>
            <a:ext cx="133200" cy="73525"/>
          </a:xfrm>
          <a:prstGeom prst="rect">
            <a:avLst/>
          </a:prstGeom>
          <a:solidFill>
            <a:srgbClr val="B4C9E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390" name="矩形 1389">
            <a:extLst>
              <a:ext uri="{FF2B5EF4-FFF2-40B4-BE49-F238E27FC236}">
                <a16:creationId xmlns:a16="http://schemas.microsoft.com/office/drawing/2014/main" id="{B17C86AE-CB31-9031-E456-E9AE26F4FC68}"/>
              </a:ext>
            </a:extLst>
          </p:cNvPr>
          <p:cNvSpPr/>
          <p:nvPr/>
        </p:nvSpPr>
        <p:spPr>
          <a:xfrm>
            <a:off x="14304335" y="3897066"/>
            <a:ext cx="133200" cy="75422"/>
          </a:xfrm>
          <a:prstGeom prst="rect">
            <a:avLst/>
          </a:prstGeom>
          <a:solidFill>
            <a:srgbClr val="B4C9E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391" name="矩形 1390">
            <a:extLst>
              <a:ext uri="{FF2B5EF4-FFF2-40B4-BE49-F238E27FC236}">
                <a16:creationId xmlns:a16="http://schemas.microsoft.com/office/drawing/2014/main" id="{F5E23370-55FF-7505-9404-82AA2986747D}"/>
              </a:ext>
            </a:extLst>
          </p:cNvPr>
          <p:cNvSpPr/>
          <p:nvPr/>
        </p:nvSpPr>
        <p:spPr>
          <a:xfrm>
            <a:off x="14114030" y="3892320"/>
            <a:ext cx="133200" cy="137860"/>
          </a:xfrm>
          <a:prstGeom prst="rect">
            <a:avLst/>
          </a:prstGeom>
          <a:solidFill>
            <a:srgbClr val="B4C9E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dirty="0">
              <a:solidFill>
                <a:srgbClr val="364150"/>
              </a:solidFill>
            </a:endParaRPr>
          </a:p>
        </p:txBody>
      </p:sp>
      <p:sp>
        <p:nvSpPr>
          <p:cNvPr id="1392" name="矩形 1391">
            <a:extLst>
              <a:ext uri="{FF2B5EF4-FFF2-40B4-BE49-F238E27FC236}">
                <a16:creationId xmlns:a16="http://schemas.microsoft.com/office/drawing/2014/main" id="{1A8683D4-9C39-6C78-04A2-65D59C2F56B0}"/>
              </a:ext>
            </a:extLst>
          </p:cNvPr>
          <p:cNvSpPr/>
          <p:nvPr/>
        </p:nvSpPr>
        <p:spPr>
          <a:xfrm>
            <a:off x="13929484" y="3662563"/>
            <a:ext cx="133200" cy="229767"/>
          </a:xfrm>
          <a:prstGeom prst="rect">
            <a:avLst/>
          </a:prstGeom>
          <a:solidFill>
            <a:srgbClr val="7E9AD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393" name="矩形 1392">
            <a:extLst>
              <a:ext uri="{FF2B5EF4-FFF2-40B4-BE49-F238E27FC236}">
                <a16:creationId xmlns:a16="http://schemas.microsoft.com/office/drawing/2014/main" id="{B15318DF-4135-9950-24BA-82D925E91C4F}"/>
              </a:ext>
            </a:extLst>
          </p:cNvPr>
          <p:cNvSpPr/>
          <p:nvPr/>
        </p:nvSpPr>
        <p:spPr>
          <a:xfrm>
            <a:off x="13929484" y="3892952"/>
            <a:ext cx="133200" cy="183813"/>
          </a:xfrm>
          <a:prstGeom prst="rect">
            <a:avLst/>
          </a:prstGeom>
          <a:solidFill>
            <a:srgbClr val="B4C9E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394" name="矩形 1393">
            <a:extLst>
              <a:ext uri="{FF2B5EF4-FFF2-40B4-BE49-F238E27FC236}">
                <a16:creationId xmlns:a16="http://schemas.microsoft.com/office/drawing/2014/main" id="{D4BFE1F9-0803-329B-EF6F-256B132DC9B8}"/>
              </a:ext>
            </a:extLst>
          </p:cNvPr>
          <p:cNvSpPr/>
          <p:nvPr/>
        </p:nvSpPr>
        <p:spPr>
          <a:xfrm>
            <a:off x="14479063" y="3880009"/>
            <a:ext cx="133200" cy="22977"/>
          </a:xfrm>
          <a:prstGeom prst="rect">
            <a:avLst/>
          </a:prstGeom>
          <a:solidFill>
            <a:srgbClr val="7E9AD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395" name="矩形 1394">
            <a:extLst>
              <a:ext uri="{FF2B5EF4-FFF2-40B4-BE49-F238E27FC236}">
                <a16:creationId xmlns:a16="http://schemas.microsoft.com/office/drawing/2014/main" id="{91AC1622-EB4C-0487-F78C-DC107AD2F00D}"/>
              </a:ext>
            </a:extLst>
          </p:cNvPr>
          <p:cNvSpPr/>
          <p:nvPr/>
        </p:nvSpPr>
        <p:spPr>
          <a:xfrm>
            <a:off x="14479063" y="3900287"/>
            <a:ext cx="133200" cy="22977"/>
          </a:xfrm>
          <a:prstGeom prst="rect">
            <a:avLst/>
          </a:prstGeom>
          <a:solidFill>
            <a:srgbClr val="B4C9E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396" name="矩形 1395">
            <a:extLst>
              <a:ext uri="{FF2B5EF4-FFF2-40B4-BE49-F238E27FC236}">
                <a16:creationId xmlns:a16="http://schemas.microsoft.com/office/drawing/2014/main" id="{01EAAC41-AA2B-8EBB-4528-167475B0A93A}"/>
              </a:ext>
            </a:extLst>
          </p:cNvPr>
          <p:cNvSpPr/>
          <p:nvPr/>
        </p:nvSpPr>
        <p:spPr>
          <a:xfrm>
            <a:off x="13739990" y="3897092"/>
            <a:ext cx="133200" cy="137860"/>
          </a:xfrm>
          <a:prstGeom prst="rect">
            <a:avLst/>
          </a:prstGeom>
          <a:solidFill>
            <a:srgbClr val="B4C9E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dirty="0">
              <a:solidFill>
                <a:srgbClr val="364150"/>
              </a:solidFill>
            </a:endParaRPr>
          </a:p>
        </p:txBody>
      </p:sp>
      <p:sp>
        <p:nvSpPr>
          <p:cNvPr id="1397" name="矩形 1396">
            <a:extLst>
              <a:ext uri="{FF2B5EF4-FFF2-40B4-BE49-F238E27FC236}">
                <a16:creationId xmlns:a16="http://schemas.microsoft.com/office/drawing/2014/main" id="{597AF422-9081-8F8D-17E0-6B25AB1E7477}"/>
              </a:ext>
            </a:extLst>
          </p:cNvPr>
          <p:cNvSpPr/>
          <p:nvPr/>
        </p:nvSpPr>
        <p:spPr>
          <a:xfrm>
            <a:off x="13552516" y="3819655"/>
            <a:ext cx="133200" cy="75422"/>
          </a:xfrm>
          <a:prstGeom prst="rect">
            <a:avLst/>
          </a:prstGeom>
          <a:solidFill>
            <a:srgbClr val="7E9AD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398" name="矩形 1397">
            <a:extLst>
              <a:ext uri="{FF2B5EF4-FFF2-40B4-BE49-F238E27FC236}">
                <a16:creationId xmlns:a16="http://schemas.microsoft.com/office/drawing/2014/main" id="{5B541286-45A3-9C76-923F-4D7D7588BA89}"/>
              </a:ext>
            </a:extLst>
          </p:cNvPr>
          <p:cNvSpPr/>
          <p:nvPr/>
        </p:nvSpPr>
        <p:spPr>
          <a:xfrm>
            <a:off x="13357705" y="3872036"/>
            <a:ext cx="133200" cy="22977"/>
          </a:xfrm>
          <a:prstGeom prst="rect">
            <a:avLst/>
          </a:prstGeom>
          <a:solidFill>
            <a:srgbClr val="7E9AD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399" name="矩形 1398">
            <a:extLst>
              <a:ext uri="{FF2B5EF4-FFF2-40B4-BE49-F238E27FC236}">
                <a16:creationId xmlns:a16="http://schemas.microsoft.com/office/drawing/2014/main" id="{01B1A763-F670-F89E-7855-E1210047C5B0}"/>
              </a:ext>
            </a:extLst>
          </p:cNvPr>
          <p:cNvSpPr/>
          <p:nvPr/>
        </p:nvSpPr>
        <p:spPr>
          <a:xfrm>
            <a:off x="13357705" y="3895222"/>
            <a:ext cx="133200" cy="22977"/>
          </a:xfrm>
          <a:prstGeom prst="rect">
            <a:avLst/>
          </a:prstGeom>
          <a:solidFill>
            <a:srgbClr val="B4C9E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400" name="左大括号 1399">
            <a:extLst>
              <a:ext uri="{FF2B5EF4-FFF2-40B4-BE49-F238E27FC236}">
                <a16:creationId xmlns:a16="http://schemas.microsoft.com/office/drawing/2014/main" id="{17E3412E-963F-B68D-E85B-F7FE31777B4F}"/>
              </a:ext>
            </a:extLst>
          </p:cNvPr>
          <p:cNvSpPr/>
          <p:nvPr/>
        </p:nvSpPr>
        <p:spPr>
          <a:xfrm>
            <a:off x="13012958" y="3273364"/>
            <a:ext cx="173653" cy="590406"/>
          </a:xfrm>
          <a:prstGeom prst="leftBrace">
            <a:avLst/>
          </a:prstGeom>
          <a:ln w="28575">
            <a:solidFill>
              <a:srgbClr val="7E9A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 dirty="0">
              <a:solidFill>
                <a:srgbClr val="364150"/>
              </a:solidFill>
            </a:endParaRPr>
          </a:p>
        </p:txBody>
      </p:sp>
      <p:sp>
        <p:nvSpPr>
          <p:cNvPr id="1401" name="左大括号 1400">
            <a:extLst>
              <a:ext uri="{FF2B5EF4-FFF2-40B4-BE49-F238E27FC236}">
                <a16:creationId xmlns:a16="http://schemas.microsoft.com/office/drawing/2014/main" id="{7380B024-2EAD-5749-0156-265C1423AE96}"/>
              </a:ext>
            </a:extLst>
          </p:cNvPr>
          <p:cNvSpPr/>
          <p:nvPr/>
        </p:nvSpPr>
        <p:spPr>
          <a:xfrm>
            <a:off x="13012949" y="3931649"/>
            <a:ext cx="167955" cy="251173"/>
          </a:xfrm>
          <a:prstGeom prst="leftBrace">
            <a:avLst/>
          </a:prstGeom>
          <a:ln w="28575">
            <a:solidFill>
              <a:srgbClr val="B4C9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2" name="文本框 1332">
                <a:extLst>
                  <a:ext uri="{FF2B5EF4-FFF2-40B4-BE49-F238E27FC236}">
                    <a16:creationId xmlns:a16="http://schemas.microsoft.com/office/drawing/2014/main" id="{29F453E8-E9A2-ACE7-B96E-9DA6CB0ECE68}"/>
                  </a:ext>
                </a:extLst>
              </p:cNvPr>
              <p:cNvSpPr txBox="1"/>
              <p:nvPr/>
            </p:nvSpPr>
            <p:spPr>
              <a:xfrm>
                <a:off x="12260933" y="3828661"/>
                <a:ext cx="787035" cy="3869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smtClean="0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600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  <m:t>non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1600" i="1">
                                  <a:solidFill>
                                    <a:srgbClr val="3641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solidFill>
                                    <a:srgbClr val="36415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altLang="zh-CN" sz="1600" i="1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  <m:t>,−</m:t>
                          </m:r>
                        </m:sup>
                      </m:sSubSup>
                    </m:oMath>
                  </m:oMathPara>
                </a14:m>
                <a:endParaRPr lang="zh-CN" altLang="en-US" sz="16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402" name="文本框 1332">
                <a:extLst>
                  <a:ext uri="{FF2B5EF4-FFF2-40B4-BE49-F238E27FC236}">
                    <a16:creationId xmlns:a16="http://schemas.microsoft.com/office/drawing/2014/main" id="{29F453E8-E9A2-ACE7-B96E-9DA6CB0EC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0933" y="3828661"/>
                <a:ext cx="787035" cy="38690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3" name="文本框 1333">
                <a:extLst>
                  <a:ext uri="{FF2B5EF4-FFF2-40B4-BE49-F238E27FC236}">
                    <a16:creationId xmlns:a16="http://schemas.microsoft.com/office/drawing/2014/main" id="{A88F7142-8A42-2A5E-EAE8-F365775C719B}"/>
                  </a:ext>
                </a:extLst>
              </p:cNvPr>
              <p:cNvSpPr txBox="1"/>
              <p:nvPr/>
            </p:nvSpPr>
            <p:spPr>
              <a:xfrm flipH="1">
                <a:off x="13202586" y="4129388"/>
                <a:ext cx="172861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1600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    Order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3641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CN" sz="1600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8    </a:t>
                </a:r>
                <a:endParaRPr lang="zh-CN" altLang="en-US" sz="1600" dirty="0">
                  <a:solidFill>
                    <a:srgbClr val="3641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03" name="文本框 1333">
                <a:extLst>
                  <a:ext uri="{FF2B5EF4-FFF2-40B4-BE49-F238E27FC236}">
                    <a16:creationId xmlns:a16="http://schemas.microsoft.com/office/drawing/2014/main" id="{A88F7142-8A42-2A5E-EAE8-F365775C7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3202586" y="4129388"/>
                <a:ext cx="1728610" cy="338554"/>
              </a:xfrm>
              <a:prstGeom prst="rect">
                <a:avLst/>
              </a:prstGeom>
              <a:blipFill>
                <a:blip r:embed="rId26"/>
                <a:stretch>
                  <a:fillRect l="-2190" t="-3571" r="-5109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2" name="任意形状 1421">
            <a:extLst>
              <a:ext uri="{FF2B5EF4-FFF2-40B4-BE49-F238E27FC236}">
                <a16:creationId xmlns:a16="http://schemas.microsoft.com/office/drawing/2014/main" id="{AF640062-2285-6600-D703-6669377C8091}"/>
              </a:ext>
            </a:extLst>
          </p:cNvPr>
          <p:cNvSpPr/>
          <p:nvPr/>
        </p:nvSpPr>
        <p:spPr>
          <a:xfrm rot="10800000">
            <a:off x="12095690" y="2485186"/>
            <a:ext cx="608953" cy="431338"/>
          </a:xfrm>
          <a:custGeom>
            <a:avLst/>
            <a:gdLst>
              <a:gd name="csX0" fmla="*/ 0 w 380752"/>
              <a:gd name="csY0" fmla="*/ 391983 h 391983"/>
              <a:gd name="csX1" fmla="*/ 0 w 380752"/>
              <a:gd name="csY1" fmla="*/ 386479 h 391983"/>
              <a:gd name="csX2" fmla="*/ 25972 w 380752"/>
              <a:gd name="csY2" fmla="*/ 362686 h 391983"/>
              <a:gd name="csX3" fmla="*/ 80982 w 380752"/>
              <a:gd name="csY3" fmla="*/ 283979 h 391983"/>
              <a:gd name="csX4" fmla="*/ 135531 w 380752"/>
              <a:gd name="csY4" fmla="*/ 115491 h 391983"/>
              <a:gd name="csX5" fmla="*/ 135092 w 380752"/>
              <a:gd name="csY5" fmla="*/ 111633 h 391983"/>
              <a:gd name="csX6" fmla="*/ 85643 w 380752"/>
              <a:gd name="csY6" fmla="*/ 111633 h 391983"/>
              <a:gd name="csX7" fmla="*/ 190376 w 380752"/>
              <a:gd name="csY7" fmla="*/ 0 h 391983"/>
              <a:gd name="csX8" fmla="*/ 295109 w 380752"/>
              <a:gd name="csY8" fmla="*/ 111633 h 391983"/>
              <a:gd name="csX9" fmla="*/ 248198 w 380752"/>
              <a:gd name="csY9" fmla="*/ 111633 h 391983"/>
              <a:gd name="csX10" fmla="*/ 247760 w 380752"/>
              <a:gd name="csY10" fmla="*/ 115491 h 391983"/>
              <a:gd name="csX11" fmla="*/ 302307 w 380752"/>
              <a:gd name="csY11" fmla="*/ 283979 h 391983"/>
              <a:gd name="csX12" fmla="*/ 357317 w 380752"/>
              <a:gd name="csY12" fmla="*/ 362686 h 391983"/>
              <a:gd name="csX13" fmla="*/ 380752 w 380752"/>
              <a:gd name="csY13" fmla="*/ 384155 h 391983"/>
              <a:gd name="csX14" fmla="*/ 380752 w 380752"/>
              <a:gd name="csY14" fmla="*/ 391983 h 3919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80752" h="391983">
                <a:moveTo>
                  <a:pt x="0" y="391983"/>
                </a:moveTo>
                <a:lnTo>
                  <a:pt x="0" y="386479"/>
                </a:lnTo>
                <a:lnTo>
                  <a:pt x="25972" y="362686"/>
                </a:lnTo>
                <a:cubicBezTo>
                  <a:pt x="45635" y="340043"/>
                  <a:pt x="64373" y="313529"/>
                  <a:pt x="80982" y="283979"/>
                </a:cubicBezTo>
                <a:cubicBezTo>
                  <a:pt x="114201" y="224877"/>
                  <a:pt x="132614" y="164817"/>
                  <a:pt x="135531" y="115491"/>
                </a:cubicBezTo>
                <a:lnTo>
                  <a:pt x="135092" y="111633"/>
                </a:lnTo>
                <a:lnTo>
                  <a:pt x="85643" y="111633"/>
                </a:lnTo>
                <a:lnTo>
                  <a:pt x="190376" y="0"/>
                </a:lnTo>
                <a:lnTo>
                  <a:pt x="295109" y="111633"/>
                </a:lnTo>
                <a:lnTo>
                  <a:pt x="248198" y="111633"/>
                </a:lnTo>
                <a:lnTo>
                  <a:pt x="247760" y="115491"/>
                </a:lnTo>
                <a:cubicBezTo>
                  <a:pt x="250676" y="164817"/>
                  <a:pt x="269089" y="224877"/>
                  <a:pt x="302307" y="283979"/>
                </a:cubicBezTo>
                <a:cubicBezTo>
                  <a:pt x="318916" y="313529"/>
                  <a:pt x="337654" y="340043"/>
                  <a:pt x="357317" y="362686"/>
                </a:cubicBezTo>
                <a:lnTo>
                  <a:pt x="380752" y="384155"/>
                </a:lnTo>
                <a:lnTo>
                  <a:pt x="380752" y="391983"/>
                </a:ln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15000">
                <a:srgbClr val="ED7D30"/>
              </a:gs>
            </a:gsLst>
            <a:lin ang="5400000" scaled="0"/>
            <a:tileRect/>
          </a:gradFill>
          <a:ln>
            <a:gradFill>
              <a:gsLst>
                <a:gs pos="56000">
                  <a:srgbClr val="ED7D30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1498" name="矩形: 圆角 36">
            <a:extLst>
              <a:ext uri="{FF2B5EF4-FFF2-40B4-BE49-F238E27FC236}">
                <a16:creationId xmlns:a16="http://schemas.microsoft.com/office/drawing/2014/main" id="{68B0D080-D155-E9C0-98D2-E513B1CAFA16}"/>
              </a:ext>
            </a:extLst>
          </p:cNvPr>
          <p:cNvSpPr/>
          <p:nvPr/>
        </p:nvSpPr>
        <p:spPr>
          <a:xfrm>
            <a:off x="8486549" y="282519"/>
            <a:ext cx="3197535" cy="357382"/>
          </a:xfrm>
          <a:prstGeom prst="roundRect">
            <a:avLst>
              <a:gd name="adj" fmla="val 20417"/>
            </a:avLst>
          </a:prstGeom>
          <a:solidFill>
            <a:srgbClr val="DBE7FB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rgbClr val="364150"/>
              </a:solidFill>
            </a:endParaRPr>
          </a:p>
        </p:txBody>
      </p:sp>
      <p:sp>
        <p:nvSpPr>
          <p:cNvPr id="1426" name="文本框 1425">
            <a:extLst>
              <a:ext uri="{FF2B5EF4-FFF2-40B4-BE49-F238E27FC236}">
                <a16:creationId xmlns:a16="http://schemas.microsoft.com/office/drawing/2014/main" id="{402DA3AE-E406-ED83-F617-43CD47066EC5}"/>
              </a:ext>
            </a:extLst>
          </p:cNvPr>
          <p:cNvSpPr txBox="1"/>
          <p:nvPr/>
        </p:nvSpPr>
        <p:spPr>
          <a:xfrm>
            <a:off x="8380172" y="268400"/>
            <a:ext cx="3353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364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of all interactions</a:t>
            </a:r>
            <a:endParaRPr lang="zh-CN" altLang="en-US" b="1" dirty="0">
              <a:solidFill>
                <a:srgbClr val="364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FED7B50B-ED74-270C-917B-CDE7E8423673}"/>
              </a:ext>
            </a:extLst>
          </p:cNvPr>
          <p:cNvSpPr/>
          <p:nvPr/>
        </p:nvSpPr>
        <p:spPr>
          <a:xfrm>
            <a:off x="9555776" y="792253"/>
            <a:ext cx="133200" cy="573281"/>
          </a:xfrm>
          <a:prstGeom prst="rect">
            <a:avLst/>
          </a:prstGeom>
          <a:solidFill>
            <a:srgbClr val="CE593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5C3E7BF2-C582-B05D-F26D-96F8FB2B68E3}"/>
              </a:ext>
            </a:extLst>
          </p:cNvPr>
          <p:cNvSpPr/>
          <p:nvPr/>
        </p:nvSpPr>
        <p:spPr>
          <a:xfrm>
            <a:off x="9736895" y="1069762"/>
            <a:ext cx="133200" cy="294948"/>
          </a:xfrm>
          <a:prstGeom prst="rect">
            <a:avLst/>
          </a:prstGeom>
          <a:solidFill>
            <a:srgbClr val="CE593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5DE40B90-A89F-58BD-CEF8-16A30818E28A}"/>
              </a:ext>
            </a:extLst>
          </p:cNvPr>
          <p:cNvSpPr/>
          <p:nvPr/>
        </p:nvSpPr>
        <p:spPr>
          <a:xfrm>
            <a:off x="9918798" y="1219315"/>
            <a:ext cx="133200" cy="145397"/>
          </a:xfrm>
          <a:prstGeom prst="rect">
            <a:avLst/>
          </a:prstGeom>
          <a:solidFill>
            <a:srgbClr val="CE593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cxnSp>
        <p:nvCxnSpPr>
          <p:cNvPr id="146" name="直接连接符 1169">
            <a:extLst>
              <a:ext uri="{FF2B5EF4-FFF2-40B4-BE49-F238E27FC236}">
                <a16:creationId xmlns:a16="http://schemas.microsoft.com/office/drawing/2014/main" id="{7E89D475-CC30-A0DE-6994-F29DE05A01C1}"/>
              </a:ext>
            </a:extLst>
          </p:cNvPr>
          <p:cNvCxnSpPr>
            <a:cxnSpLocks/>
          </p:cNvCxnSpPr>
          <p:nvPr/>
        </p:nvCxnSpPr>
        <p:spPr>
          <a:xfrm>
            <a:off x="9432508" y="1367196"/>
            <a:ext cx="44822" cy="0"/>
          </a:xfrm>
          <a:prstGeom prst="line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文本框 146">
            <a:extLst>
              <a:ext uri="{FF2B5EF4-FFF2-40B4-BE49-F238E27FC236}">
                <a16:creationId xmlns:a16="http://schemas.microsoft.com/office/drawing/2014/main" id="{4DDEE778-A0BE-6D2F-3177-C751A010F8F4}"/>
              </a:ext>
            </a:extLst>
          </p:cNvPr>
          <p:cNvSpPr txBox="1"/>
          <p:nvPr/>
        </p:nvSpPr>
        <p:spPr>
          <a:xfrm>
            <a:off x="9116535" y="1236813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solidFill>
                  <a:srgbClr val="3641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050" dirty="0">
              <a:solidFill>
                <a:srgbClr val="3641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左大括号 149">
            <a:extLst>
              <a:ext uri="{FF2B5EF4-FFF2-40B4-BE49-F238E27FC236}">
                <a16:creationId xmlns:a16="http://schemas.microsoft.com/office/drawing/2014/main" id="{1EF17E67-ADAD-2154-F772-8534E44D0D43}"/>
              </a:ext>
            </a:extLst>
          </p:cNvPr>
          <p:cNvSpPr/>
          <p:nvPr/>
        </p:nvSpPr>
        <p:spPr>
          <a:xfrm>
            <a:off x="9243439" y="731733"/>
            <a:ext cx="173321" cy="603193"/>
          </a:xfrm>
          <a:prstGeom prst="leftBrace">
            <a:avLst/>
          </a:prstGeom>
          <a:ln w="28575">
            <a:solidFill>
              <a:srgbClr val="CE59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rgbClr val="364150"/>
              </a:solidFill>
            </a:endParaRPr>
          </a:p>
        </p:txBody>
      </p:sp>
      <p:sp>
        <p:nvSpPr>
          <p:cNvPr id="151" name="左大括号 150">
            <a:extLst>
              <a:ext uri="{FF2B5EF4-FFF2-40B4-BE49-F238E27FC236}">
                <a16:creationId xmlns:a16="http://schemas.microsoft.com/office/drawing/2014/main" id="{5E25CB8F-8FB8-BBF7-95D7-D91ED58C0E16}"/>
              </a:ext>
            </a:extLst>
          </p:cNvPr>
          <p:cNvSpPr/>
          <p:nvPr/>
        </p:nvSpPr>
        <p:spPr>
          <a:xfrm>
            <a:off x="9243427" y="1399723"/>
            <a:ext cx="166800" cy="181973"/>
          </a:xfrm>
          <a:prstGeom prst="leftBrace">
            <a:avLst/>
          </a:prstGeom>
          <a:ln w="28575">
            <a:solidFill>
              <a:srgbClr val="F8CD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FD190157-4FB1-A686-4087-C30A78D53F6F}"/>
                  </a:ext>
                </a:extLst>
              </p:cNvPr>
              <p:cNvSpPr txBox="1"/>
              <p:nvPr/>
            </p:nvSpPr>
            <p:spPr>
              <a:xfrm>
                <a:off x="8552235" y="867820"/>
                <a:ext cx="750205" cy="3552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1" i="1" smtClean="0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1600" i="1">
                                  <a:solidFill>
                                    <a:srgbClr val="3641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solidFill>
                                    <a:srgbClr val="36415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altLang="zh-CN" sz="1600" i="1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  <m:t>,+</m:t>
                          </m:r>
                        </m:sup>
                      </m:sSup>
                    </m:oMath>
                  </m:oMathPara>
                </a14:m>
                <a:endParaRPr lang="zh-CN" altLang="en-US" sz="16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FD190157-4FB1-A686-4087-C30A78D53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2235" y="867820"/>
                <a:ext cx="750205" cy="35522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435E5ABD-F0B9-3E84-2443-565EF5EAB1F4}"/>
                  </a:ext>
                </a:extLst>
              </p:cNvPr>
              <p:cNvSpPr txBox="1"/>
              <p:nvPr/>
            </p:nvSpPr>
            <p:spPr>
              <a:xfrm>
                <a:off x="8533795" y="1291268"/>
                <a:ext cx="750205" cy="3552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1" i="1" smtClean="0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1" i="1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1600" i="1">
                                  <a:solidFill>
                                    <a:srgbClr val="3641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solidFill>
                                    <a:srgbClr val="36415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altLang="zh-CN" sz="1600" b="1" i="1">
                              <a:solidFill>
                                <a:srgbClr val="364150"/>
                              </a:solidFill>
                              <a:latin typeface="Cambria Math" panose="02040503050406030204" pitchFamily="18" charset="0"/>
                            </a:rPr>
                            <m:t>,−</m:t>
                          </m:r>
                        </m:sup>
                      </m:sSup>
                    </m:oMath>
                  </m:oMathPara>
                </a14:m>
                <a:endParaRPr lang="zh-CN" altLang="en-US" sz="16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435E5ABD-F0B9-3E84-2443-565EF5EAB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3795" y="1291268"/>
                <a:ext cx="750205" cy="35522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矩形 156">
            <a:extLst>
              <a:ext uri="{FF2B5EF4-FFF2-40B4-BE49-F238E27FC236}">
                <a16:creationId xmlns:a16="http://schemas.microsoft.com/office/drawing/2014/main" id="{B1E8C9DF-368A-4029-A8E0-86A5F772EC39}"/>
              </a:ext>
            </a:extLst>
          </p:cNvPr>
          <p:cNvSpPr/>
          <p:nvPr/>
        </p:nvSpPr>
        <p:spPr>
          <a:xfrm>
            <a:off x="9555776" y="1364175"/>
            <a:ext cx="133200" cy="63144"/>
          </a:xfrm>
          <a:prstGeom prst="rect">
            <a:avLst/>
          </a:prstGeom>
          <a:solidFill>
            <a:srgbClr val="F7CDB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57046A50-E5EA-A840-4662-FC3FF39C842D}"/>
              </a:ext>
            </a:extLst>
          </p:cNvPr>
          <p:cNvSpPr/>
          <p:nvPr/>
        </p:nvSpPr>
        <p:spPr>
          <a:xfrm>
            <a:off x="10275334" y="1240739"/>
            <a:ext cx="133200" cy="137755"/>
          </a:xfrm>
          <a:prstGeom prst="rect">
            <a:avLst/>
          </a:prstGeom>
          <a:solidFill>
            <a:srgbClr val="CE593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7859B496-64BB-4456-20C3-6C6AB731708A}"/>
              </a:ext>
            </a:extLst>
          </p:cNvPr>
          <p:cNvSpPr/>
          <p:nvPr/>
        </p:nvSpPr>
        <p:spPr>
          <a:xfrm>
            <a:off x="10456734" y="1290295"/>
            <a:ext cx="133200" cy="75365"/>
          </a:xfrm>
          <a:prstGeom prst="rect">
            <a:avLst/>
          </a:prstGeom>
          <a:solidFill>
            <a:srgbClr val="CE593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1CC7CED1-B085-F2D4-DCFB-91ACAC0C42F3}"/>
              </a:ext>
            </a:extLst>
          </p:cNvPr>
          <p:cNvSpPr/>
          <p:nvPr/>
        </p:nvSpPr>
        <p:spPr>
          <a:xfrm>
            <a:off x="9736895" y="1364020"/>
            <a:ext cx="133200" cy="91837"/>
          </a:xfrm>
          <a:prstGeom prst="rect">
            <a:avLst/>
          </a:prstGeom>
          <a:solidFill>
            <a:srgbClr val="F7CDB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08B818AB-F3B9-D619-32B9-B6B5FAE10835}"/>
              </a:ext>
            </a:extLst>
          </p:cNvPr>
          <p:cNvSpPr/>
          <p:nvPr/>
        </p:nvSpPr>
        <p:spPr>
          <a:xfrm>
            <a:off x="10456734" y="1362190"/>
            <a:ext cx="133200" cy="75365"/>
          </a:xfrm>
          <a:prstGeom prst="rect">
            <a:avLst/>
          </a:prstGeom>
          <a:solidFill>
            <a:srgbClr val="F7CDB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DD8625B6-06C6-674A-BE0D-D508B2D7FAA0}"/>
              </a:ext>
            </a:extLst>
          </p:cNvPr>
          <p:cNvSpPr/>
          <p:nvPr/>
        </p:nvSpPr>
        <p:spPr>
          <a:xfrm>
            <a:off x="10275334" y="1370359"/>
            <a:ext cx="133200" cy="137755"/>
          </a:xfrm>
          <a:prstGeom prst="rect">
            <a:avLst/>
          </a:prstGeom>
          <a:solidFill>
            <a:srgbClr val="F7CDB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rgbClr val="364150"/>
              </a:solidFill>
            </a:endParaRP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5B3F0937-74E3-EBE7-BE13-69EF86AB4B6E}"/>
              </a:ext>
            </a:extLst>
          </p:cNvPr>
          <p:cNvSpPr/>
          <p:nvPr/>
        </p:nvSpPr>
        <p:spPr>
          <a:xfrm>
            <a:off x="10099424" y="1137602"/>
            <a:ext cx="133200" cy="229592"/>
          </a:xfrm>
          <a:prstGeom prst="rect">
            <a:avLst/>
          </a:prstGeom>
          <a:solidFill>
            <a:srgbClr val="CE593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BF6B8D90-E2E3-BA6E-3D68-506875590BA6}"/>
              </a:ext>
            </a:extLst>
          </p:cNvPr>
          <p:cNvSpPr/>
          <p:nvPr/>
        </p:nvSpPr>
        <p:spPr>
          <a:xfrm>
            <a:off x="10099424" y="1367811"/>
            <a:ext cx="133200" cy="183674"/>
          </a:xfrm>
          <a:prstGeom prst="rect">
            <a:avLst/>
          </a:prstGeom>
          <a:solidFill>
            <a:srgbClr val="F7CDB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8ABB1295-5E40-4981-3592-EA4BAC4F07A4}"/>
              </a:ext>
            </a:extLst>
          </p:cNvPr>
          <p:cNvSpPr/>
          <p:nvPr/>
        </p:nvSpPr>
        <p:spPr>
          <a:xfrm>
            <a:off x="10623285" y="1339024"/>
            <a:ext cx="133200" cy="22959"/>
          </a:xfrm>
          <a:prstGeom prst="rect">
            <a:avLst/>
          </a:prstGeom>
          <a:solidFill>
            <a:srgbClr val="CE593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BD6DECF2-3CA7-CC44-F566-E2EFD9FB7555}"/>
              </a:ext>
            </a:extLst>
          </p:cNvPr>
          <p:cNvSpPr/>
          <p:nvPr/>
        </p:nvSpPr>
        <p:spPr>
          <a:xfrm>
            <a:off x="10623285" y="1362190"/>
            <a:ext cx="133200" cy="22959"/>
          </a:xfrm>
          <a:prstGeom prst="rect">
            <a:avLst/>
          </a:prstGeom>
          <a:solidFill>
            <a:srgbClr val="F7CDB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62E3FDF2-00B1-3A66-9B28-D2D617E212FB}"/>
              </a:ext>
            </a:extLst>
          </p:cNvPr>
          <p:cNvSpPr/>
          <p:nvPr/>
        </p:nvSpPr>
        <p:spPr>
          <a:xfrm>
            <a:off x="9918798" y="1362257"/>
            <a:ext cx="133200" cy="137755"/>
          </a:xfrm>
          <a:prstGeom prst="rect">
            <a:avLst/>
          </a:prstGeom>
          <a:solidFill>
            <a:srgbClr val="F7CDB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rgbClr val="364150"/>
              </a:solidFill>
            </a:endParaRPr>
          </a:p>
        </p:txBody>
      </p:sp>
      <p:sp>
        <p:nvSpPr>
          <p:cNvPr id="1500" name="任意形状 1499">
            <a:extLst>
              <a:ext uri="{FF2B5EF4-FFF2-40B4-BE49-F238E27FC236}">
                <a16:creationId xmlns:a16="http://schemas.microsoft.com/office/drawing/2014/main" id="{430F6F0D-E469-F0DD-1A7C-CAA8AD28C58A}"/>
              </a:ext>
            </a:extLst>
          </p:cNvPr>
          <p:cNvSpPr/>
          <p:nvPr/>
        </p:nvSpPr>
        <p:spPr>
          <a:xfrm rot="10800000">
            <a:off x="9331080" y="2484900"/>
            <a:ext cx="608953" cy="431338"/>
          </a:xfrm>
          <a:custGeom>
            <a:avLst/>
            <a:gdLst>
              <a:gd name="csX0" fmla="*/ 0 w 380752"/>
              <a:gd name="csY0" fmla="*/ 391983 h 391983"/>
              <a:gd name="csX1" fmla="*/ 0 w 380752"/>
              <a:gd name="csY1" fmla="*/ 386479 h 391983"/>
              <a:gd name="csX2" fmla="*/ 25972 w 380752"/>
              <a:gd name="csY2" fmla="*/ 362686 h 391983"/>
              <a:gd name="csX3" fmla="*/ 80982 w 380752"/>
              <a:gd name="csY3" fmla="*/ 283979 h 391983"/>
              <a:gd name="csX4" fmla="*/ 135531 w 380752"/>
              <a:gd name="csY4" fmla="*/ 115491 h 391983"/>
              <a:gd name="csX5" fmla="*/ 135092 w 380752"/>
              <a:gd name="csY5" fmla="*/ 111633 h 391983"/>
              <a:gd name="csX6" fmla="*/ 85643 w 380752"/>
              <a:gd name="csY6" fmla="*/ 111633 h 391983"/>
              <a:gd name="csX7" fmla="*/ 190376 w 380752"/>
              <a:gd name="csY7" fmla="*/ 0 h 391983"/>
              <a:gd name="csX8" fmla="*/ 295109 w 380752"/>
              <a:gd name="csY8" fmla="*/ 111633 h 391983"/>
              <a:gd name="csX9" fmla="*/ 248198 w 380752"/>
              <a:gd name="csY9" fmla="*/ 111633 h 391983"/>
              <a:gd name="csX10" fmla="*/ 247760 w 380752"/>
              <a:gd name="csY10" fmla="*/ 115491 h 391983"/>
              <a:gd name="csX11" fmla="*/ 302307 w 380752"/>
              <a:gd name="csY11" fmla="*/ 283979 h 391983"/>
              <a:gd name="csX12" fmla="*/ 357317 w 380752"/>
              <a:gd name="csY12" fmla="*/ 362686 h 391983"/>
              <a:gd name="csX13" fmla="*/ 380752 w 380752"/>
              <a:gd name="csY13" fmla="*/ 384155 h 391983"/>
              <a:gd name="csX14" fmla="*/ 380752 w 380752"/>
              <a:gd name="csY14" fmla="*/ 391983 h 3919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80752" h="391983">
                <a:moveTo>
                  <a:pt x="0" y="391983"/>
                </a:moveTo>
                <a:lnTo>
                  <a:pt x="0" y="386479"/>
                </a:lnTo>
                <a:lnTo>
                  <a:pt x="25972" y="362686"/>
                </a:lnTo>
                <a:cubicBezTo>
                  <a:pt x="45635" y="340043"/>
                  <a:pt x="64373" y="313529"/>
                  <a:pt x="80982" y="283979"/>
                </a:cubicBezTo>
                <a:cubicBezTo>
                  <a:pt x="114201" y="224877"/>
                  <a:pt x="132614" y="164817"/>
                  <a:pt x="135531" y="115491"/>
                </a:cubicBezTo>
                <a:lnTo>
                  <a:pt x="135092" y="111633"/>
                </a:lnTo>
                <a:lnTo>
                  <a:pt x="85643" y="111633"/>
                </a:lnTo>
                <a:lnTo>
                  <a:pt x="190376" y="0"/>
                </a:lnTo>
                <a:lnTo>
                  <a:pt x="295109" y="111633"/>
                </a:lnTo>
                <a:lnTo>
                  <a:pt x="248198" y="111633"/>
                </a:lnTo>
                <a:lnTo>
                  <a:pt x="247760" y="115491"/>
                </a:lnTo>
                <a:cubicBezTo>
                  <a:pt x="250676" y="164817"/>
                  <a:pt x="269089" y="224877"/>
                  <a:pt x="302307" y="283979"/>
                </a:cubicBezTo>
                <a:cubicBezTo>
                  <a:pt x="318916" y="313529"/>
                  <a:pt x="337654" y="340043"/>
                  <a:pt x="357317" y="362686"/>
                </a:cubicBezTo>
                <a:lnTo>
                  <a:pt x="380752" y="384155"/>
                </a:lnTo>
                <a:lnTo>
                  <a:pt x="380752" y="391983"/>
                </a:ln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15000">
                <a:srgbClr val="7A9777"/>
              </a:gs>
            </a:gsLst>
            <a:lin ang="5400000" scaled="0"/>
            <a:tileRect/>
          </a:gradFill>
          <a:ln>
            <a:gradFill>
              <a:gsLst>
                <a:gs pos="56000">
                  <a:srgbClr val="7A9777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420" name="任意形状 1419">
            <a:extLst>
              <a:ext uri="{FF2B5EF4-FFF2-40B4-BE49-F238E27FC236}">
                <a16:creationId xmlns:a16="http://schemas.microsoft.com/office/drawing/2014/main" id="{628A5214-F93F-036E-4BC5-472A480A9353}"/>
              </a:ext>
            </a:extLst>
          </p:cNvPr>
          <p:cNvSpPr/>
          <p:nvPr/>
        </p:nvSpPr>
        <p:spPr>
          <a:xfrm rot="5400000">
            <a:off x="7930030" y="226585"/>
            <a:ext cx="523219" cy="664486"/>
          </a:xfrm>
          <a:custGeom>
            <a:avLst/>
            <a:gdLst>
              <a:gd name="csX0" fmla="*/ 0 w 380752"/>
              <a:gd name="csY0" fmla="*/ 391983 h 391983"/>
              <a:gd name="csX1" fmla="*/ 0 w 380752"/>
              <a:gd name="csY1" fmla="*/ 386479 h 391983"/>
              <a:gd name="csX2" fmla="*/ 25972 w 380752"/>
              <a:gd name="csY2" fmla="*/ 362686 h 391983"/>
              <a:gd name="csX3" fmla="*/ 80982 w 380752"/>
              <a:gd name="csY3" fmla="*/ 283979 h 391983"/>
              <a:gd name="csX4" fmla="*/ 135531 w 380752"/>
              <a:gd name="csY4" fmla="*/ 115491 h 391983"/>
              <a:gd name="csX5" fmla="*/ 135092 w 380752"/>
              <a:gd name="csY5" fmla="*/ 111633 h 391983"/>
              <a:gd name="csX6" fmla="*/ 85643 w 380752"/>
              <a:gd name="csY6" fmla="*/ 111633 h 391983"/>
              <a:gd name="csX7" fmla="*/ 190376 w 380752"/>
              <a:gd name="csY7" fmla="*/ 0 h 391983"/>
              <a:gd name="csX8" fmla="*/ 295109 w 380752"/>
              <a:gd name="csY8" fmla="*/ 111633 h 391983"/>
              <a:gd name="csX9" fmla="*/ 248198 w 380752"/>
              <a:gd name="csY9" fmla="*/ 111633 h 391983"/>
              <a:gd name="csX10" fmla="*/ 247760 w 380752"/>
              <a:gd name="csY10" fmla="*/ 115491 h 391983"/>
              <a:gd name="csX11" fmla="*/ 302307 w 380752"/>
              <a:gd name="csY11" fmla="*/ 283979 h 391983"/>
              <a:gd name="csX12" fmla="*/ 357317 w 380752"/>
              <a:gd name="csY12" fmla="*/ 362686 h 391983"/>
              <a:gd name="csX13" fmla="*/ 380752 w 380752"/>
              <a:gd name="csY13" fmla="*/ 384155 h 391983"/>
              <a:gd name="csX14" fmla="*/ 380752 w 380752"/>
              <a:gd name="csY14" fmla="*/ 391983 h 3919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80752" h="391983">
                <a:moveTo>
                  <a:pt x="0" y="391983"/>
                </a:moveTo>
                <a:lnTo>
                  <a:pt x="0" y="386479"/>
                </a:lnTo>
                <a:lnTo>
                  <a:pt x="25972" y="362686"/>
                </a:lnTo>
                <a:cubicBezTo>
                  <a:pt x="45635" y="340043"/>
                  <a:pt x="64373" y="313529"/>
                  <a:pt x="80982" y="283979"/>
                </a:cubicBezTo>
                <a:cubicBezTo>
                  <a:pt x="114201" y="224877"/>
                  <a:pt x="132614" y="164817"/>
                  <a:pt x="135531" y="115491"/>
                </a:cubicBezTo>
                <a:lnTo>
                  <a:pt x="135092" y="111633"/>
                </a:lnTo>
                <a:lnTo>
                  <a:pt x="85643" y="111633"/>
                </a:lnTo>
                <a:lnTo>
                  <a:pt x="190376" y="0"/>
                </a:lnTo>
                <a:lnTo>
                  <a:pt x="295109" y="111633"/>
                </a:lnTo>
                <a:lnTo>
                  <a:pt x="248198" y="111633"/>
                </a:lnTo>
                <a:lnTo>
                  <a:pt x="247760" y="115491"/>
                </a:lnTo>
                <a:cubicBezTo>
                  <a:pt x="250676" y="164817"/>
                  <a:pt x="269089" y="224877"/>
                  <a:pt x="302307" y="283979"/>
                </a:cubicBezTo>
                <a:cubicBezTo>
                  <a:pt x="318916" y="313529"/>
                  <a:pt x="337654" y="340043"/>
                  <a:pt x="357317" y="362686"/>
                </a:cubicBezTo>
                <a:lnTo>
                  <a:pt x="380752" y="384155"/>
                </a:lnTo>
                <a:lnTo>
                  <a:pt x="380752" y="391983"/>
                </a:ln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15000">
                <a:schemeClr val="accent1"/>
              </a:gs>
            </a:gsLst>
            <a:lin ang="5400000" scaled="0"/>
            <a:tileRect/>
          </a:gradFill>
          <a:ln>
            <a:gradFill>
              <a:gsLst>
                <a:gs pos="0">
                  <a:schemeClr val="accent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solidFill>
                <a:srgbClr val="364150"/>
              </a:solidFill>
            </a:endParaRPr>
          </a:p>
        </p:txBody>
      </p:sp>
      <p:sp>
        <p:nvSpPr>
          <p:cNvPr id="1502" name="矩形 1501">
            <a:extLst>
              <a:ext uri="{FF2B5EF4-FFF2-40B4-BE49-F238E27FC236}">
                <a16:creationId xmlns:a16="http://schemas.microsoft.com/office/drawing/2014/main" id="{BC1C155E-7036-5391-C8E1-DD26D3FA1484}"/>
              </a:ext>
            </a:extLst>
          </p:cNvPr>
          <p:cNvSpPr/>
          <p:nvPr/>
        </p:nvSpPr>
        <p:spPr>
          <a:xfrm>
            <a:off x="11975505" y="440186"/>
            <a:ext cx="133200" cy="646213"/>
          </a:xfrm>
          <a:prstGeom prst="rect">
            <a:avLst/>
          </a:prstGeom>
          <a:solidFill>
            <a:srgbClr val="CE593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p:sp>
        <p:nvSpPr>
          <p:cNvPr id="1503" name="矩形 1502">
            <a:extLst>
              <a:ext uri="{FF2B5EF4-FFF2-40B4-BE49-F238E27FC236}">
                <a16:creationId xmlns:a16="http://schemas.microsoft.com/office/drawing/2014/main" id="{596D20A6-4E27-2632-2124-BE5AF08A856E}"/>
              </a:ext>
            </a:extLst>
          </p:cNvPr>
          <p:cNvSpPr/>
          <p:nvPr/>
        </p:nvSpPr>
        <p:spPr>
          <a:xfrm>
            <a:off x="11975505" y="1087015"/>
            <a:ext cx="133200" cy="394495"/>
          </a:xfrm>
          <a:prstGeom prst="rect">
            <a:avLst/>
          </a:prstGeom>
          <a:solidFill>
            <a:srgbClr val="F7CDB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3641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6" name="文本框 1505">
                <a:extLst>
                  <a:ext uri="{FF2B5EF4-FFF2-40B4-BE49-F238E27FC236}">
                    <a16:creationId xmlns:a16="http://schemas.microsoft.com/office/drawing/2014/main" id="{AAD76198-EE65-77B1-F5DF-3ABD6E9194E9}"/>
                  </a:ext>
                </a:extLst>
              </p:cNvPr>
              <p:cNvSpPr txBox="1"/>
              <p:nvPr/>
            </p:nvSpPr>
            <p:spPr>
              <a:xfrm>
                <a:off x="12151686" y="496911"/>
                <a:ext cx="295964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364150"/>
                    </a:solidFill>
                  </a:rPr>
                  <a:t>denote the total strength of </a:t>
                </a:r>
                <a:r>
                  <a:rPr kumimoji="1" lang="en-US" altLang="zh-CN" sz="1400" b="1" i="1" dirty="0">
                    <a:solidFill>
                      <a:srgbClr val="364150"/>
                    </a:solidFill>
                  </a:rPr>
                  <a:t>positive</a:t>
                </a:r>
                <a:r>
                  <a:rPr kumimoji="1" lang="en-US" altLang="zh-CN" sz="1400" dirty="0">
                    <a:solidFill>
                      <a:srgbClr val="364150"/>
                    </a:solidFill>
                  </a:rPr>
                  <a:t> interactions of the </a:t>
                </a:r>
                <a14:m>
                  <m:oMath xmlns:m="http://schemas.openxmlformats.org/officeDocument/2006/math">
                    <m:r>
                      <a:rPr kumimoji="1" lang="en-US" altLang="zh-CN" sz="1400" i="1" dirty="0">
                        <a:solidFill>
                          <a:srgbClr val="3641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en-US" altLang="zh-CN" sz="1400" dirty="0">
                    <a:solidFill>
                      <a:srgbClr val="364150"/>
                    </a:solidFill>
                  </a:rPr>
                  <a:t>-</a:t>
                </a:r>
                <a:r>
                  <a:rPr kumimoji="1" lang="en-US" altLang="zh-CN" sz="1400" dirty="0" err="1">
                    <a:solidFill>
                      <a:srgbClr val="364150"/>
                    </a:solidFill>
                  </a:rPr>
                  <a:t>th</a:t>
                </a:r>
                <a:r>
                  <a:rPr kumimoji="1" lang="en-US" altLang="zh-CN" sz="1400" dirty="0">
                    <a:solidFill>
                      <a:srgbClr val="364150"/>
                    </a:solidFill>
                  </a:rPr>
                  <a:t> order</a:t>
                </a:r>
                <a:endParaRPr kumimoji="1" lang="zh-CN" altLang="en-US" sz="14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506" name="文本框 1505">
                <a:extLst>
                  <a:ext uri="{FF2B5EF4-FFF2-40B4-BE49-F238E27FC236}">
                    <a16:creationId xmlns:a16="http://schemas.microsoft.com/office/drawing/2014/main" id="{AAD76198-EE65-77B1-F5DF-3ABD6E919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1686" y="496911"/>
                <a:ext cx="2959641" cy="523220"/>
              </a:xfrm>
              <a:prstGeom prst="rect">
                <a:avLst/>
              </a:prstGeom>
              <a:blipFill>
                <a:blip r:embed="rId29"/>
                <a:stretch>
                  <a:fillRect l="-427" t="-2381" b="-1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7" name="文本框 1506">
                <a:extLst>
                  <a:ext uri="{FF2B5EF4-FFF2-40B4-BE49-F238E27FC236}">
                    <a16:creationId xmlns:a16="http://schemas.microsoft.com/office/drawing/2014/main" id="{02CB479F-A2FC-3BBA-19D2-0929CACFBAB4}"/>
                  </a:ext>
                </a:extLst>
              </p:cNvPr>
              <p:cNvSpPr txBox="1"/>
              <p:nvPr/>
            </p:nvSpPr>
            <p:spPr>
              <a:xfrm>
                <a:off x="12111309" y="1022746"/>
                <a:ext cx="30403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sz="1400" dirty="0">
                    <a:solidFill>
                      <a:srgbClr val="364150"/>
                    </a:solidFill>
                  </a:rPr>
                  <a:t>denote the total strength of </a:t>
                </a:r>
                <a:r>
                  <a:rPr kumimoji="1" lang="en-US" altLang="zh-CN" sz="1400" b="1" i="1" dirty="0">
                    <a:solidFill>
                      <a:srgbClr val="364150"/>
                    </a:solidFill>
                  </a:rPr>
                  <a:t>negative</a:t>
                </a:r>
                <a:r>
                  <a:rPr kumimoji="1" lang="en-US" altLang="zh-CN" sz="1400" dirty="0">
                    <a:solidFill>
                      <a:srgbClr val="364150"/>
                    </a:solidFill>
                  </a:rPr>
                  <a:t> interactions of the </a:t>
                </a:r>
                <a14:m>
                  <m:oMath xmlns:m="http://schemas.openxmlformats.org/officeDocument/2006/math">
                    <m:r>
                      <a:rPr kumimoji="1" lang="en-US" altLang="zh-CN" sz="1400" i="1" dirty="0">
                        <a:solidFill>
                          <a:srgbClr val="36415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en-US" altLang="zh-CN" sz="1400" dirty="0">
                    <a:solidFill>
                      <a:srgbClr val="364150"/>
                    </a:solidFill>
                  </a:rPr>
                  <a:t>-</a:t>
                </a:r>
                <a:r>
                  <a:rPr kumimoji="1" lang="en-US" altLang="zh-CN" sz="1400" dirty="0" err="1">
                    <a:solidFill>
                      <a:srgbClr val="364150"/>
                    </a:solidFill>
                  </a:rPr>
                  <a:t>th</a:t>
                </a:r>
                <a:r>
                  <a:rPr kumimoji="1" lang="en-US" altLang="zh-CN" sz="1400" dirty="0">
                    <a:solidFill>
                      <a:srgbClr val="364150"/>
                    </a:solidFill>
                  </a:rPr>
                  <a:t> order</a:t>
                </a:r>
                <a:endParaRPr kumimoji="1" lang="zh-CN" altLang="en-US" sz="1400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507" name="文本框 1506">
                <a:extLst>
                  <a:ext uri="{FF2B5EF4-FFF2-40B4-BE49-F238E27FC236}">
                    <a16:creationId xmlns:a16="http://schemas.microsoft.com/office/drawing/2014/main" id="{02CB479F-A2FC-3BBA-19D2-0929CACFB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1309" y="1022746"/>
                <a:ext cx="3040395" cy="523220"/>
              </a:xfrm>
              <a:prstGeom prst="rect">
                <a:avLst/>
              </a:prstGeom>
              <a:blipFill>
                <a:blip r:embed="rId30"/>
                <a:stretch>
                  <a:fillRect l="-415" t="-2381" b="-1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8" name="双大括号 1507">
            <a:extLst>
              <a:ext uri="{FF2B5EF4-FFF2-40B4-BE49-F238E27FC236}">
                <a16:creationId xmlns:a16="http://schemas.microsoft.com/office/drawing/2014/main" id="{8058A966-CEF0-A848-28D9-3947D266259F}"/>
              </a:ext>
            </a:extLst>
          </p:cNvPr>
          <p:cNvSpPr/>
          <p:nvPr/>
        </p:nvSpPr>
        <p:spPr>
          <a:xfrm>
            <a:off x="10153674" y="1962337"/>
            <a:ext cx="1688258" cy="735980"/>
          </a:xfrm>
          <a:prstGeom prst="bracePair">
            <a:avLst/>
          </a:prstGeom>
          <a:ln w="25400">
            <a:solidFill>
              <a:srgbClr val="7A97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40" name="直接连接符 1180">
            <a:extLst>
              <a:ext uri="{FF2B5EF4-FFF2-40B4-BE49-F238E27FC236}">
                <a16:creationId xmlns:a16="http://schemas.microsoft.com/office/drawing/2014/main" id="{E1BB858B-4993-90AE-64CB-D77D557D3A06}"/>
              </a:ext>
            </a:extLst>
          </p:cNvPr>
          <p:cNvCxnSpPr>
            <a:cxnSpLocks/>
          </p:cNvCxnSpPr>
          <p:nvPr/>
        </p:nvCxnSpPr>
        <p:spPr>
          <a:xfrm>
            <a:off x="9474136" y="1365531"/>
            <a:ext cx="1506354" cy="0"/>
          </a:xfrm>
          <a:prstGeom prst="line">
            <a:avLst/>
          </a:prstGeom>
          <a:noFill/>
          <a:ln w="6350">
            <a:solidFill>
              <a:schemeClr val="bg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41" name="直线连接符 1540">
            <a:extLst>
              <a:ext uri="{FF2B5EF4-FFF2-40B4-BE49-F238E27FC236}">
                <a16:creationId xmlns:a16="http://schemas.microsoft.com/office/drawing/2014/main" id="{549220CF-E70C-6951-6865-CB03CBD87A57}"/>
              </a:ext>
            </a:extLst>
          </p:cNvPr>
          <p:cNvCxnSpPr>
            <a:cxnSpLocks/>
          </p:cNvCxnSpPr>
          <p:nvPr/>
        </p:nvCxnSpPr>
        <p:spPr>
          <a:xfrm>
            <a:off x="8944534" y="1816377"/>
            <a:ext cx="6365974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2" name="图形 47" descr="箭头: 顺时针弯曲 纯色填充">
            <a:extLst>
              <a:ext uri="{FF2B5EF4-FFF2-40B4-BE49-F238E27FC236}">
                <a16:creationId xmlns:a16="http://schemas.microsoft.com/office/drawing/2014/main" id="{ABC33351-3205-E6AE-64CF-2207B87163DA}"/>
              </a:ext>
            </a:extLst>
          </p:cNvPr>
          <p:cNvSpPr/>
          <p:nvPr/>
        </p:nvSpPr>
        <p:spPr>
          <a:xfrm rot="6575293" flipH="1">
            <a:off x="10058077" y="3240529"/>
            <a:ext cx="271626" cy="827035"/>
          </a:xfrm>
          <a:custGeom>
            <a:avLst/>
            <a:gdLst>
              <a:gd name="connsiteX0" fmla="*/ 552450 w 552450"/>
              <a:gd name="connsiteY0" fmla="*/ 704876 h 704876"/>
              <a:gd name="connsiteX1" fmla="*/ 323850 w 552450"/>
              <a:gd name="connsiteY1" fmla="*/ 228626 h 704876"/>
              <a:gd name="connsiteX2" fmla="*/ 457200 w 552450"/>
              <a:gd name="connsiteY2" fmla="*/ 228626 h 704876"/>
              <a:gd name="connsiteX3" fmla="*/ 228600 w 552450"/>
              <a:gd name="connsiteY3" fmla="*/ 26 h 704876"/>
              <a:gd name="connsiteX4" fmla="*/ 0 w 552450"/>
              <a:gd name="connsiteY4" fmla="*/ 228626 h 704876"/>
              <a:gd name="connsiteX5" fmla="*/ 123825 w 552450"/>
              <a:gd name="connsiteY5" fmla="*/ 228626 h 704876"/>
              <a:gd name="connsiteX6" fmla="*/ 552450 w 552450"/>
              <a:gd name="connsiteY6" fmla="*/ 704876 h 70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704876">
                <a:moveTo>
                  <a:pt x="552450" y="704876"/>
                </a:moveTo>
                <a:cubicBezTo>
                  <a:pt x="552450" y="704876"/>
                  <a:pt x="323850" y="633439"/>
                  <a:pt x="323850" y="228626"/>
                </a:cubicBezTo>
                <a:lnTo>
                  <a:pt x="457200" y="228626"/>
                </a:lnTo>
                <a:lnTo>
                  <a:pt x="228600" y="26"/>
                </a:lnTo>
                <a:cubicBezTo>
                  <a:pt x="228600" y="-2831"/>
                  <a:pt x="0" y="228626"/>
                  <a:pt x="0" y="228626"/>
                </a:cubicBezTo>
                <a:lnTo>
                  <a:pt x="123825" y="228626"/>
                </a:lnTo>
                <a:cubicBezTo>
                  <a:pt x="123825" y="229579"/>
                  <a:pt x="159068" y="615341"/>
                  <a:pt x="552450" y="704876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1000"/>
                </a:schemeClr>
              </a:gs>
              <a:gs pos="78000">
                <a:srgbClr val="7A9777"/>
              </a:gs>
            </a:gsLst>
            <a:lin ang="12000000" scaled="0"/>
          </a:gra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rgbClr val="36415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43" name="图形 47" descr="箭头: 顺时针弯曲 纯色填充">
            <a:extLst>
              <a:ext uri="{FF2B5EF4-FFF2-40B4-BE49-F238E27FC236}">
                <a16:creationId xmlns:a16="http://schemas.microsoft.com/office/drawing/2014/main" id="{753F9E38-8DD2-4385-1D50-80FF17BC7A3E}"/>
              </a:ext>
            </a:extLst>
          </p:cNvPr>
          <p:cNvSpPr/>
          <p:nvPr/>
        </p:nvSpPr>
        <p:spPr>
          <a:xfrm rot="3335006" flipH="1">
            <a:off x="13489235" y="3353564"/>
            <a:ext cx="241684" cy="644225"/>
          </a:xfrm>
          <a:custGeom>
            <a:avLst/>
            <a:gdLst>
              <a:gd name="connsiteX0" fmla="*/ 552450 w 552450"/>
              <a:gd name="connsiteY0" fmla="*/ 704876 h 704876"/>
              <a:gd name="connsiteX1" fmla="*/ 323850 w 552450"/>
              <a:gd name="connsiteY1" fmla="*/ 228626 h 704876"/>
              <a:gd name="connsiteX2" fmla="*/ 457200 w 552450"/>
              <a:gd name="connsiteY2" fmla="*/ 228626 h 704876"/>
              <a:gd name="connsiteX3" fmla="*/ 228600 w 552450"/>
              <a:gd name="connsiteY3" fmla="*/ 26 h 704876"/>
              <a:gd name="connsiteX4" fmla="*/ 0 w 552450"/>
              <a:gd name="connsiteY4" fmla="*/ 228626 h 704876"/>
              <a:gd name="connsiteX5" fmla="*/ 123825 w 552450"/>
              <a:gd name="connsiteY5" fmla="*/ 228626 h 704876"/>
              <a:gd name="connsiteX6" fmla="*/ 552450 w 552450"/>
              <a:gd name="connsiteY6" fmla="*/ 704876 h 70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704876">
                <a:moveTo>
                  <a:pt x="552450" y="704876"/>
                </a:moveTo>
                <a:cubicBezTo>
                  <a:pt x="552450" y="704876"/>
                  <a:pt x="323850" y="633439"/>
                  <a:pt x="323850" y="228626"/>
                </a:cubicBezTo>
                <a:lnTo>
                  <a:pt x="457200" y="228626"/>
                </a:lnTo>
                <a:lnTo>
                  <a:pt x="228600" y="26"/>
                </a:lnTo>
                <a:cubicBezTo>
                  <a:pt x="228600" y="-2831"/>
                  <a:pt x="0" y="228626"/>
                  <a:pt x="0" y="228626"/>
                </a:cubicBezTo>
                <a:lnTo>
                  <a:pt x="123825" y="228626"/>
                </a:lnTo>
                <a:cubicBezTo>
                  <a:pt x="123825" y="229579"/>
                  <a:pt x="159068" y="615341"/>
                  <a:pt x="552450" y="704876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1000"/>
                </a:schemeClr>
              </a:gs>
              <a:gs pos="78000">
                <a:srgbClr val="ED7D2F">
                  <a:alpha val="64000"/>
                </a:srgbClr>
              </a:gs>
            </a:gsLst>
            <a:lin ang="15000000" scaled="0"/>
          </a:gra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solidFill>
                <a:srgbClr val="36415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45" name="图形 47" descr="箭头: 顺时针弯曲 纯色填充">
            <a:extLst>
              <a:ext uri="{FF2B5EF4-FFF2-40B4-BE49-F238E27FC236}">
                <a16:creationId xmlns:a16="http://schemas.microsoft.com/office/drawing/2014/main" id="{32627BC3-ED77-0A49-CC0B-96139B3A7D3F}"/>
              </a:ext>
            </a:extLst>
          </p:cNvPr>
          <p:cNvSpPr/>
          <p:nvPr/>
        </p:nvSpPr>
        <p:spPr>
          <a:xfrm rot="5992214" flipH="1">
            <a:off x="14194527" y="3321114"/>
            <a:ext cx="202643" cy="704582"/>
          </a:xfrm>
          <a:custGeom>
            <a:avLst/>
            <a:gdLst>
              <a:gd name="connsiteX0" fmla="*/ 552450 w 552450"/>
              <a:gd name="connsiteY0" fmla="*/ 704876 h 704876"/>
              <a:gd name="connsiteX1" fmla="*/ 323850 w 552450"/>
              <a:gd name="connsiteY1" fmla="*/ 228626 h 704876"/>
              <a:gd name="connsiteX2" fmla="*/ 457200 w 552450"/>
              <a:gd name="connsiteY2" fmla="*/ 228626 h 704876"/>
              <a:gd name="connsiteX3" fmla="*/ 228600 w 552450"/>
              <a:gd name="connsiteY3" fmla="*/ 26 h 704876"/>
              <a:gd name="connsiteX4" fmla="*/ 0 w 552450"/>
              <a:gd name="connsiteY4" fmla="*/ 228626 h 704876"/>
              <a:gd name="connsiteX5" fmla="*/ 123825 w 552450"/>
              <a:gd name="connsiteY5" fmla="*/ 228626 h 704876"/>
              <a:gd name="connsiteX6" fmla="*/ 552450 w 552450"/>
              <a:gd name="connsiteY6" fmla="*/ 704876 h 70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704876">
                <a:moveTo>
                  <a:pt x="552450" y="704876"/>
                </a:moveTo>
                <a:cubicBezTo>
                  <a:pt x="552450" y="704876"/>
                  <a:pt x="323850" y="633439"/>
                  <a:pt x="323850" y="228626"/>
                </a:cubicBezTo>
                <a:lnTo>
                  <a:pt x="457200" y="228626"/>
                </a:lnTo>
                <a:lnTo>
                  <a:pt x="228600" y="26"/>
                </a:lnTo>
                <a:cubicBezTo>
                  <a:pt x="228600" y="-2831"/>
                  <a:pt x="0" y="228626"/>
                  <a:pt x="0" y="228626"/>
                </a:cubicBezTo>
                <a:lnTo>
                  <a:pt x="123825" y="228626"/>
                </a:lnTo>
                <a:cubicBezTo>
                  <a:pt x="123825" y="229579"/>
                  <a:pt x="159068" y="615341"/>
                  <a:pt x="552450" y="704876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1000"/>
                </a:schemeClr>
              </a:gs>
              <a:gs pos="78000">
                <a:srgbClr val="ED7D2F">
                  <a:alpha val="64000"/>
                </a:srgbClr>
              </a:gs>
            </a:gsLst>
            <a:lin ang="15000000" scaled="0"/>
          </a:gra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rgbClr val="36415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548" name="图片 1547">
            <a:extLst>
              <a:ext uri="{FF2B5EF4-FFF2-40B4-BE49-F238E27FC236}">
                <a16:creationId xmlns:a16="http://schemas.microsoft.com/office/drawing/2014/main" id="{1295689D-7311-490B-1E0A-2B2563B6609C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64" y="1339954"/>
            <a:ext cx="1018365" cy="1502369"/>
          </a:xfrm>
          <a:prstGeom prst="rect">
            <a:avLst/>
          </a:prstGeom>
        </p:spPr>
      </p:pic>
      <p:sp>
        <p:nvSpPr>
          <p:cNvPr id="2" name="矩形: 圆角 36">
            <a:extLst>
              <a:ext uri="{FF2B5EF4-FFF2-40B4-BE49-F238E27FC236}">
                <a16:creationId xmlns:a16="http://schemas.microsoft.com/office/drawing/2014/main" id="{17001104-DAC1-8CC8-FE53-F3E733A85837}"/>
              </a:ext>
            </a:extLst>
          </p:cNvPr>
          <p:cNvSpPr/>
          <p:nvPr/>
        </p:nvSpPr>
        <p:spPr>
          <a:xfrm>
            <a:off x="461105" y="1293389"/>
            <a:ext cx="1207051" cy="1601915"/>
          </a:xfrm>
          <a:prstGeom prst="roundRect">
            <a:avLst>
              <a:gd name="adj" fmla="val 4832"/>
            </a:avLst>
          </a:prstGeom>
          <a:noFill/>
          <a:ln w="19050">
            <a:solidFill>
              <a:srgbClr val="D39A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6415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ED6DA8-D9D0-1CBB-B62F-1A3B5C9C946A}"/>
              </a:ext>
            </a:extLst>
          </p:cNvPr>
          <p:cNvSpPr txBox="1"/>
          <p:nvPr/>
        </p:nvSpPr>
        <p:spPr>
          <a:xfrm>
            <a:off x="466799" y="1277095"/>
            <a:ext cx="763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364150"/>
                </a:solidFill>
              </a:rPr>
              <a:t>LLM</a:t>
            </a:r>
            <a:endParaRPr kumimoji="1" lang="zh-CN" altLang="en-US" dirty="0">
              <a:solidFill>
                <a:srgbClr val="364150"/>
              </a:solidFill>
            </a:endParaRPr>
          </a:p>
        </p:txBody>
      </p:sp>
      <p:sp>
        <p:nvSpPr>
          <p:cNvPr id="4" name="任意形状 3">
            <a:extLst>
              <a:ext uri="{FF2B5EF4-FFF2-40B4-BE49-F238E27FC236}">
                <a16:creationId xmlns:a16="http://schemas.microsoft.com/office/drawing/2014/main" id="{F5A26812-2B0E-08EC-18C2-00A98023D954}"/>
              </a:ext>
            </a:extLst>
          </p:cNvPr>
          <p:cNvSpPr/>
          <p:nvPr/>
        </p:nvSpPr>
        <p:spPr>
          <a:xfrm rot="10800000">
            <a:off x="8486459" y="1649541"/>
            <a:ext cx="461232" cy="326793"/>
          </a:xfrm>
          <a:custGeom>
            <a:avLst/>
            <a:gdLst>
              <a:gd name="csX0" fmla="*/ 0 w 380752"/>
              <a:gd name="csY0" fmla="*/ 391983 h 391983"/>
              <a:gd name="csX1" fmla="*/ 0 w 380752"/>
              <a:gd name="csY1" fmla="*/ 386479 h 391983"/>
              <a:gd name="csX2" fmla="*/ 25972 w 380752"/>
              <a:gd name="csY2" fmla="*/ 362686 h 391983"/>
              <a:gd name="csX3" fmla="*/ 80982 w 380752"/>
              <a:gd name="csY3" fmla="*/ 283979 h 391983"/>
              <a:gd name="csX4" fmla="*/ 135531 w 380752"/>
              <a:gd name="csY4" fmla="*/ 115491 h 391983"/>
              <a:gd name="csX5" fmla="*/ 135092 w 380752"/>
              <a:gd name="csY5" fmla="*/ 111633 h 391983"/>
              <a:gd name="csX6" fmla="*/ 85643 w 380752"/>
              <a:gd name="csY6" fmla="*/ 111633 h 391983"/>
              <a:gd name="csX7" fmla="*/ 190376 w 380752"/>
              <a:gd name="csY7" fmla="*/ 0 h 391983"/>
              <a:gd name="csX8" fmla="*/ 295109 w 380752"/>
              <a:gd name="csY8" fmla="*/ 111633 h 391983"/>
              <a:gd name="csX9" fmla="*/ 248198 w 380752"/>
              <a:gd name="csY9" fmla="*/ 111633 h 391983"/>
              <a:gd name="csX10" fmla="*/ 247760 w 380752"/>
              <a:gd name="csY10" fmla="*/ 115491 h 391983"/>
              <a:gd name="csX11" fmla="*/ 302307 w 380752"/>
              <a:gd name="csY11" fmla="*/ 283979 h 391983"/>
              <a:gd name="csX12" fmla="*/ 357317 w 380752"/>
              <a:gd name="csY12" fmla="*/ 362686 h 391983"/>
              <a:gd name="csX13" fmla="*/ 380752 w 380752"/>
              <a:gd name="csY13" fmla="*/ 384155 h 391983"/>
              <a:gd name="csX14" fmla="*/ 380752 w 380752"/>
              <a:gd name="csY14" fmla="*/ 391983 h 3919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80752" h="391983">
                <a:moveTo>
                  <a:pt x="0" y="391983"/>
                </a:moveTo>
                <a:lnTo>
                  <a:pt x="0" y="386479"/>
                </a:lnTo>
                <a:lnTo>
                  <a:pt x="25972" y="362686"/>
                </a:lnTo>
                <a:cubicBezTo>
                  <a:pt x="45635" y="340043"/>
                  <a:pt x="64373" y="313529"/>
                  <a:pt x="80982" y="283979"/>
                </a:cubicBezTo>
                <a:cubicBezTo>
                  <a:pt x="114201" y="224877"/>
                  <a:pt x="132614" y="164817"/>
                  <a:pt x="135531" y="115491"/>
                </a:cubicBezTo>
                <a:lnTo>
                  <a:pt x="135092" y="111633"/>
                </a:lnTo>
                <a:lnTo>
                  <a:pt x="85643" y="111633"/>
                </a:lnTo>
                <a:lnTo>
                  <a:pt x="190376" y="0"/>
                </a:lnTo>
                <a:lnTo>
                  <a:pt x="295109" y="111633"/>
                </a:lnTo>
                <a:lnTo>
                  <a:pt x="248198" y="111633"/>
                </a:lnTo>
                <a:lnTo>
                  <a:pt x="247760" y="115491"/>
                </a:lnTo>
                <a:cubicBezTo>
                  <a:pt x="250676" y="164817"/>
                  <a:pt x="269089" y="224877"/>
                  <a:pt x="302307" y="283979"/>
                </a:cubicBezTo>
                <a:cubicBezTo>
                  <a:pt x="318916" y="313529"/>
                  <a:pt x="337654" y="340043"/>
                  <a:pt x="357317" y="362686"/>
                </a:cubicBezTo>
                <a:lnTo>
                  <a:pt x="380752" y="384155"/>
                </a:lnTo>
                <a:lnTo>
                  <a:pt x="380752" y="391983"/>
                </a:lnTo>
                <a:close/>
              </a:path>
            </a:pathLst>
          </a:custGeom>
          <a:gradFill flip="none" rotWithShape="1">
            <a:gsLst>
              <a:gs pos="100000">
                <a:schemeClr val="bg1"/>
              </a:gs>
              <a:gs pos="15000">
                <a:schemeClr val="accent1"/>
              </a:gs>
            </a:gsLst>
            <a:lin ang="5400000" scaled="0"/>
            <a:tileRect/>
          </a:gradFill>
          <a:ln>
            <a:gradFill>
              <a:gsLst>
                <a:gs pos="0">
                  <a:schemeClr val="accent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: 圆角 36">
                <a:extLst>
                  <a:ext uri="{FF2B5EF4-FFF2-40B4-BE49-F238E27FC236}">
                    <a16:creationId xmlns:a16="http://schemas.microsoft.com/office/drawing/2014/main" id="{54BBD535-387B-A6F9-6D28-61F330F93507}"/>
                  </a:ext>
                </a:extLst>
              </p:cNvPr>
              <p:cNvSpPr/>
              <p:nvPr/>
            </p:nvSpPr>
            <p:spPr>
              <a:xfrm>
                <a:off x="453764" y="3184895"/>
                <a:ext cx="1397464" cy="301902"/>
              </a:xfrm>
              <a:prstGeom prst="roundRect">
                <a:avLst>
                  <a:gd name="adj" fmla="val 23174"/>
                </a:avLst>
              </a:prstGeom>
              <a:solidFill>
                <a:srgbClr val="FFE699">
                  <a:alpha val="59608"/>
                </a:srgbClr>
              </a:solidFill>
              <a:ln w="19050">
                <a:solidFill>
                  <a:srgbClr val="FFE699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20000"/>
                  </a:lnSpc>
                </a:pPr>
                <a:r>
                  <a:rPr lang="en-US" altLang="zh-CN" sz="1400" b="1" dirty="0">
                    <a:solidFill>
                      <a:srgbClr val="3641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Input prompt </a:t>
                </a:r>
                <a14:m>
                  <m:oMath xmlns:m="http://schemas.openxmlformats.org/officeDocument/2006/math">
                    <m:r>
                      <a:rPr lang="en-US" altLang="zh-CN" sz="1400" b="1" i="1" dirty="0">
                        <a:solidFill>
                          <a:srgbClr val="36415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</m:oMath>
                </a14:m>
                <a:endParaRPr lang="zh-CN" altLang="en-US" dirty="0">
                  <a:solidFill>
                    <a:srgbClr val="364150"/>
                  </a:solidFill>
                </a:endParaRPr>
              </a:p>
            </p:txBody>
          </p:sp>
        </mc:Choice>
        <mc:Fallback xmlns="">
          <p:sp>
            <p:nvSpPr>
              <p:cNvPr id="15" name="矩形: 圆角 36">
                <a:extLst>
                  <a:ext uri="{FF2B5EF4-FFF2-40B4-BE49-F238E27FC236}">
                    <a16:creationId xmlns:a16="http://schemas.microsoft.com/office/drawing/2014/main" id="{54BBD535-387B-A6F9-6D28-61F330F935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64" y="3184895"/>
                <a:ext cx="1397464" cy="301902"/>
              </a:xfrm>
              <a:prstGeom prst="roundRect">
                <a:avLst>
                  <a:gd name="adj" fmla="val 23174"/>
                </a:avLst>
              </a:prstGeom>
              <a:blipFill>
                <a:blip r:embed="rId32"/>
                <a:stretch>
                  <a:fillRect l="-3571" t="-3846" b="-15385"/>
                </a:stretch>
              </a:blipFill>
              <a:ln w="19050">
                <a:solidFill>
                  <a:srgbClr val="FFE699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51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23564</TotalTime>
  <Words>180</Words>
  <Application>Microsoft Macintosh PowerPoint</Application>
  <PresentationFormat>自定义</PresentationFormat>
  <Paragraphs>66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磊 程</dc:creator>
  <cp:lastModifiedBy>磊 程</cp:lastModifiedBy>
  <cp:revision>87</cp:revision>
  <cp:lastPrinted>2025-05-06T06:43:24Z</cp:lastPrinted>
  <dcterms:created xsi:type="dcterms:W3CDTF">2025-01-16T21:47:37Z</dcterms:created>
  <dcterms:modified xsi:type="dcterms:W3CDTF">2026-07-05T07:21:23Z</dcterms:modified>
</cp:coreProperties>
</file>
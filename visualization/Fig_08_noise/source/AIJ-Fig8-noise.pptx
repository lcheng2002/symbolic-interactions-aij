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notesMasterIdLst>
    <p:notesMasterId r:id="rId3"/>
  </p:notesMasterIdLst>
  <p:sldIdLst>
    <p:sldId id="292" r:id="rId2"/>
  </p:sldIdLst>
  <p:sldSz cx="13320713" cy="10439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3E13263-2738-5C48-88A7-742FCB226D15}">
          <p14:sldIdLst>
            <p14:sldId id="292"/>
          </p14:sldIdLst>
        </p14:section>
        <p14:section name="icml" id="{51BFC681-E8E4-6442-86B6-F59BBAE832BB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6576" userDrawn="1">
          <p15:clr>
            <a:srgbClr val="A4A3A4"/>
          </p15:clr>
        </p15:guide>
        <p15:guide id="2" pos="41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BF7"/>
    <a:srgbClr val="F1A7B8"/>
    <a:srgbClr val="EFE1C0"/>
    <a:srgbClr val="77DCDD"/>
    <a:srgbClr val="EDA4DD"/>
    <a:srgbClr val="A80000"/>
    <a:srgbClr val="0C62EB"/>
    <a:srgbClr val="000000"/>
    <a:srgbClr val="12893F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491" autoAdjust="0"/>
    <p:restoredTop sz="81088" autoAdjust="0"/>
  </p:normalViewPr>
  <p:slideViewPr>
    <p:cSldViewPr snapToGrid="0" showGuides="1">
      <p:cViewPr>
        <p:scale>
          <a:sx n="77" d="100"/>
          <a:sy n="77" d="100"/>
        </p:scale>
        <p:origin x="1360" y="144"/>
      </p:cViewPr>
      <p:guideLst>
        <p:guide orient="horz" pos="6576"/>
        <p:guide pos="41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5476BD-48CA-4E31-A88D-4874B0DC58A5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460500" y="1143000"/>
            <a:ext cx="3937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3F866-DD84-4EAF-9ACC-B08D73E8BC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546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75214" rtl="0" eaLnBrk="1" latinLnBrk="0" hangingPunct="1">
      <a:defRPr sz="624" kern="1200">
        <a:solidFill>
          <a:schemeClr val="tx1"/>
        </a:solidFill>
        <a:latin typeface="+mn-lt"/>
        <a:ea typeface="+mn-ea"/>
        <a:cs typeface="+mn-cs"/>
      </a:defRPr>
    </a:lvl1pPr>
    <a:lvl2pPr marL="237607" algn="l" defTabSz="475214" rtl="0" eaLnBrk="1" latinLnBrk="0" hangingPunct="1">
      <a:defRPr sz="624" kern="1200">
        <a:solidFill>
          <a:schemeClr val="tx1"/>
        </a:solidFill>
        <a:latin typeface="+mn-lt"/>
        <a:ea typeface="+mn-ea"/>
        <a:cs typeface="+mn-cs"/>
      </a:defRPr>
    </a:lvl2pPr>
    <a:lvl3pPr marL="475214" algn="l" defTabSz="475214" rtl="0" eaLnBrk="1" latinLnBrk="0" hangingPunct="1">
      <a:defRPr sz="624" kern="1200">
        <a:solidFill>
          <a:schemeClr val="tx1"/>
        </a:solidFill>
        <a:latin typeface="+mn-lt"/>
        <a:ea typeface="+mn-ea"/>
        <a:cs typeface="+mn-cs"/>
      </a:defRPr>
    </a:lvl3pPr>
    <a:lvl4pPr marL="712821" algn="l" defTabSz="475214" rtl="0" eaLnBrk="1" latinLnBrk="0" hangingPunct="1">
      <a:defRPr sz="624" kern="1200">
        <a:solidFill>
          <a:schemeClr val="tx1"/>
        </a:solidFill>
        <a:latin typeface="+mn-lt"/>
        <a:ea typeface="+mn-ea"/>
        <a:cs typeface="+mn-cs"/>
      </a:defRPr>
    </a:lvl4pPr>
    <a:lvl5pPr marL="950427" algn="l" defTabSz="475214" rtl="0" eaLnBrk="1" latinLnBrk="0" hangingPunct="1">
      <a:defRPr sz="624" kern="1200">
        <a:solidFill>
          <a:schemeClr val="tx1"/>
        </a:solidFill>
        <a:latin typeface="+mn-lt"/>
        <a:ea typeface="+mn-ea"/>
        <a:cs typeface="+mn-cs"/>
      </a:defRPr>
    </a:lvl5pPr>
    <a:lvl6pPr marL="1188034" algn="l" defTabSz="475214" rtl="0" eaLnBrk="1" latinLnBrk="0" hangingPunct="1">
      <a:defRPr sz="624" kern="1200">
        <a:solidFill>
          <a:schemeClr val="tx1"/>
        </a:solidFill>
        <a:latin typeface="+mn-lt"/>
        <a:ea typeface="+mn-ea"/>
        <a:cs typeface="+mn-cs"/>
      </a:defRPr>
    </a:lvl6pPr>
    <a:lvl7pPr marL="1425641" algn="l" defTabSz="475214" rtl="0" eaLnBrk="1" latinLnBrk="0" hangingPunct="1">
      <a:defRPr sz="624" kern="1200">
        <a:solidFill>
          <a:schemeClr val="tx1"/>
        </a:solidFill>
        <a:latin typeface="+mn-lt"/>
        <a:ea typeface="+mn-ea"/>
        <a:cs typeface="+mn-cs"/>
      </a:defRPr>
    </a:lvl7pPr>
    <a:lvl8pPr marL="1663248" algn="l" defTabSz="475214" rtl="0" eaLnBrk="1" latinLnBrk="0" hangingPunct="1">
      <a:defRPr sz="624" kern="1200">
        <a:solidFill>
          <a:schemeClr val="tx1"/>
        </a:solidFill>
        <a:latin typeface="+mn-lt"/>
        <a:ea typeface="+mn-ea"/>
        <a:cs typeface="+mn-cs"/>
      </a:defRPr>
    </a:lvl8pPr>
    <a:lvl9pPr marL="1900855" algn="l" defTabSz="475214" rtl="0" eaLnBrk="1" latinLnBrk="0" hangingPunct="1">
      <a:defRPr sz="62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A93BA-DAF2-F300-F600-6840B76CF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853A06-74DB-78A1-DC10-3A373B016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60500" y="1143000"/>
            <a:ext cx="39370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0C6CBC-BFFB-09A0-51FF-25CE45387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CF366D-BAB4-998E-1EC3-C88C35FE77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3F866-DD84-4EAF-9ACC-B08D73E8BCE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716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9054" y="1708486"/>
            <a:ext cx="11322606" cy="3634458"/>
          </a:xfrm>
        </p:spPr>
        <p:txBody>
          <a:bodyPr anchor="b"/>
          <a:lstStyle>
            <a:lvl1pPr algn="ctr">
              <a:defRPr sz="874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5089" y="5483102"/>
            <a:ext cx="9990535" cy="2520438"/>
          </a:xfrm>
        </p:spPr>
        <p:txBody>
          <a:bodyPr/>
          <a:lstStyle>
            <a:lvl1pPr marL="0" indent="0" algn="ctr">
              <a:buNone/>
              <a:defRPr sz="3496"/>
            </a:lvl1pPr>
            <a:lvl2pPr marL="666049" indent="0" algn="ctr">
              <a:buNone/>
              <a:defRPr sz="2914"/>
            </a:lvl2pPr>
            <a:lvl3pPr marL="1332098" indent="0" algn="ctr">
              <a:buNone/>
              <a:defRPr sz="2622"/>
            </a:lvl3pPr>
            <a:lvl4pPr marL="1998147" indent="0" algn="ctr">
              <a:buNone/>
              <a:defRPr sz="2331"/>
            </a:lvl4pPr>
            <a:lvl5pPr marL="2664196" indent="0" algn="ctr">
              <a:buNone/>
              <a:defRPr sz="2331"/>
            </a:lvl5pPr>
            <a:lvl6pPr marL="3330245" indent="0" algn="ctr">
              <a:buNone/>
              <a:defRPr sz="2331"/>
            </a:lvl6pPr>
            <a:lvl7pPr marL="3996294" indent="0" algn="ctr">
              <a:buNone/>
              <a:defRPr sz="2331"/>
            </a:lvl7pPr>
            <a:lvl8pPr marL="4662343" indent="0" algn="ctr">
              <a:buNone/>
              <a:defRPr sz="2331"/>
            </a:lvl8pPr>
            <a:lvl9pPr marL="5328392" indent="0" algn="ctr">
              <a:buNone/>
              <a:defRPr sz="2331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97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544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862" y="2602603"/>
            <a:ext cx="11489115" cy="4342500"/>
          </a:xfrm>
        </p:spPr>
        <p:txBody>
          <a:bodyPr anchor="b"/>
          <a:lstStyle>
            <a:lvl1pPr>
              <a:defRPr sz="874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8862" y="6986185"/>
            <a:ext cx="11489115" cy="2283618"/>
          </a:xfrm>
        </p:spPr>
        <p:txBody>
          <a:bodyPr/>
          <a:lstStyle>
            <a:lvl1pPr marL="0" indent="0">
              <a:buNone/>
              <a:defRPr sz="3496">
                <a:solidFill>
                  <a:schemeClr val="tx1"/>
                </a:solidFill>
              </a:defRPr>
            </a:lvl1pPr>
            <a:lvl2pPr marL="666049" indent="0">
              <a:buNone/>
              <a:defRPr sz="2914">
                <a:solidFill>
                  <a:schemeClr val="tx1">
                    <a:tint val="75000"/>
                  </a:schemeClr>
                </a:solidFill>
              </a:defRPr>
            </a:lvl2pPr>
            <a:lvl3pPr marL="1332098" indent="0">
              <a:buNone/>
              <a:defRPr sz="2622">
                <a:solidFill>
                  <a:schemeClr val="tx1">
                    <a:tint val="75000"/>
                  </a:schemeClr>
                </a:solidFill>
              </a:defRPr>
            </a:lvl3pPr>
            <a:lvl4pPr marL="1998147" indent="0">
              <a:buNone/>
              <a:defRPr sz="2331">
                <a:solidFill>
                  <a:schemeClr val="tx1">
                    <a:tint val="75000"/>
                  </a:schemeClr>
                </a:solidFill>
              </a:defRPr>
            </a:lvl4pPr>
            <a:lvl5pPr marL="2664196" indent="0">
              <a:buNone/>
              <a:defRPr sz="2331">
                <a:solidFill>
                  <a:schemeClr val="tx1">
                    <a:tint val="75000"/>
                  </a:schemeClr>
                </a:solidFill>
              </a:defRPr>
            </a:lvl5pPr>
            <a:lvl6pPr marL="3330245" indent="0">
              <a:buNone/>
              <a:defRPr sz="2331">
                <a:solidFill>
                  <a:schemeClr val="tx1">
                    <a:tint val="75000"/>
                  </a:schemeClr>
                </a:solidFill>
              </a:defRPr>
            </a:lvl6pPr>
            <a:lvl7pPr marL="3996294" indent="0">
              <a:buNone/>
              <a:defRPr sz="2331">
                <a:solidFill>
                  <a:schemeClr val="tx1">
                    <a:tint val="75000"/>
                  </a:schemeClr>
                </a:solidFill>
              </a:defRPr>
            </a:lvl7pPr>
            <a:lvl8pPr marL="4662343" indent="0">
              <a:buNone/>
              <a:defRPr sz="2331">
                <a:solidFill>
                  <a:schemeClr val="tx1">
                    <a:tint val="75000"/>
                  </a:schemeClr>
                </a:solidFill>
              </a:defRPr>
            </a:lvl8pPr>
            <a:lvl9pPr marL="5328392" indent="0">
              <a:buNone/>
              <a:defRPr sz="233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80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5799" y="2779007"/>
            <a:ext cx="5661303" cy="66237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43611" y="2779007"/>
            <a:ext cx="5661303" cy="66237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362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4" y="555804"/>
            <a:ext cx="11489115" cy="20178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536" y="2559104"/>
            <a:ext cx="5635285" cy="1254177"/>
          </a:xfrm>
        </p:spPr>
        <p:txBody>
          <a:bodyPr anchor="b"/>
          <a:lstStyle>
            <a:lvl1pPr marL="0" indent="0">
              <a:buNone/>
              <a:defRPr sz="3496" b="1"/>
            </a:lvl1pPr>
            <a:lvl2pPr marL="666049" indent="0">
              <a:buNone/>
              <a:defRPr sz="2914" b="1"/>
            </a:lvl2pPr>
            <a:lvl3pPr marL="1332098" indent="0">
              <a:buNone/>
              <a:defRPr sz="2622" b="1"/>
            </a:lvl3pPr>
            <a:lvl4pPr marL="1998147" indent="0">
              <a:buNone/>
              <a:defRPr sz="2331" b="1"/>
            </a:lvl4pPr>
            <a:lvl5pPr marL="2664196" indent="0">
              <a:buNone/>
              <a:defRPr sz="2331" b="1"/>
            </a:lvl5pPr>
            <a:lvl6pPr marL="3330245" indent="0">
              <a:buNone/>
              <a:defRPr sz="2331" b="1"/>
            </a:lvl6pPr>
            <a:lvl7pPr marL="3996294" indent="0">
              <a:buNone/>
              <a:defRPr sz="2331" b="1"/>
            </a:lvl7pPr>
            <a:lvl8pPr marL="4662343" indent="0">
              <a:buNone/>
              <a:defRPr sz="2331" b="1"/>
            </a:lvl8pPr>
            <a:lvl9pPr marL="5328392" indent="0">
              <a:buNone/>
              <a:defRPr sz="233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7536" y="3813281"/>
            <a:ext cx="5635285" cy="56087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43612" y="2559104"/>
            <a:ext cx="5663038" cy="1254177"/>
          </a:xfrm>
        </p:spPr>
        <p:txBody>
          <a:bodyPr anchor="b"/>
          <a:lstStyle>
            <a:lvl1pPr marL="0" indent="0">
              <a:buNone/>
              <a:defRPr sz="3496" b="1"/>
            </a:lvl1pPr>
            <a:lvl2pPr marL="666049" indent="0">
              <a:buNone/>
              <a:defRPr sz="2914" b="1"/>
            </a:lvl2pPr>
            <a:lvl3pPr marL="1332098" indent="0">
              <a:buNone/>
              <a:defRPr sz="2622" b="1"/>
            </a:lvl3pPr>
            <a:lvl4pPr marL="1998147" indent="0">
              <a:buNone/>
              <a:defRPr sz="2331" b="1"/>
            </a:lvl4pPr>
            <a:lvl5pPr marL="2664196" indent="0">
              <a:buNone/>
              <a:defRPr sz="2331" b="1"/>
            </a:lvl5pPr>
            <a:lvl6pPr marL="3330245" indent="0">
              <a:buNone/>
              <a:defRPr sz="2331" b="1"/>
            </a:lvl6pPr>
            <a:lvl7pPr marL="3996294" indent="0">
              <a:buNone/>
              <a:defRPr sz="2331" b="1"/>
            </a:lvl7pPr>
            <a:lvl8pPr marL="4662343" indent="0">
              <a:buNone/>
              <a:defRPr sz="2331" b="1"/>
            </a:lvl8pPr>
            <a:lvl9pPr marL="5328392" indent="0">
              <a:buNone/>
              <a:defRPr sz="233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43612" y="3813281"/>
            <a:ext cx="5663038" cy="56087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705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801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67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4" y="695960"/>
            <a:ext cx="4296277" cy="2435860"/>
          </a:xfrm>
        </p:spPr>
        <p:txBody>
          <a:bodyPr anchor="b"/>
          <a:lstStyle>
            <a:lvl1pPr>
              <a:defRPr sz="466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3038" y="1503083"/>
            <a:ext cx="6743611" cy="7418740"/>
          </a:xfrm>
        </p:spPr>
        <p:txBody>
          <a:bodyPr/>
          <a:lstStyle>
            <a:lvl1pPr>
              <a:defRPr sz="4662"/>
            </a:lvl1pPr>
            <a:lvl2pPr>
              <a:defRPr sz="4079"/>
            </a:lvl2pPr>
            <a:lvl3pPr>
              <a:defRPr sz="3496"/>
            </a:lvl3pPr>
            <a:lvl4pPr>
              <a:defRPr sz="2914"/>
            </a:lvl4pPr>
            <a:lvl5pPr>
              <a:defRPr sz="2914"/>
            </a:lvl5pPr>
            <a:lvl6pPr>
              <a:defRPr sz="2914"/>
            </a:lvl6pPr>
            <a:lvl7pPr>
              <a:defRPr sz="2914"/>
            </a:lvl7pPr>
            <a:lvl8pPr>
              <a:defRPr sz="2914"/>
            </a:lvl8pPr>
            <a:lvl9pPr>
              <a:defRPr sz="291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534" y="3131820"/>
            <a:ext cx="4296277" cy="5802084"/>
          </a:xfrm>
        </p:spPr>
        <p:txBody>
          <a:bodyPr/>
          <a:lstStyle>
            <a:lvl1pPr marL="0" indent="0">
              <a:buNone/>
              <a:defRPr sz="2331"/>
            </a:lvl1pPr>
            <a:lvl2pPr marL="666049" indent="0">
              <a:buNone/>
              <a:defRPr sz="2040"/>
            </a:lvl2pPr>
            <a:lvl3pPr marL="1332098" indent="0">
              <a:buNone/>
              <a:defRPr sz="1748"/>
            </a:lvl3pPr>
            <a:lvl4pPr marL="1998147" indent="0">
              <a:buNone/>
              <a:defRPr sz="1457"/>
            </a:lvl4pPr>
            <a:lvl5pPr marL="2664196" indent="0">
              <a:buNone/>
              <a:defRPr sz="1457"/>
            </a:lvl5pPr>
            <a:lvl6pPr marL="3330245" indent="0">
              <a:buNone/>
              <a:defRPr sz="1457"/>
            </a:lvl6pPr>
            <a:lvl7pPr marL="3996294" indent="0">
              <a:buNone/>
              <a:defRPr sz="1457"/>
            </a:lvl7pPr>
            <a:lvl8pPr marL="4662343" indent="0">
              <a:buNone/>
              <a:defRPr sz="1457"/>
            </a:lvl8pPr>
            <a:lvl9pPr marL="5328392" indent="0">
              <a:buNone/>
              <a:defRPr sz="145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609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4" y="695960"/>
            <a:ext cx="4296277" cy="2435860"/>
          </a:xfrm>
        </p:spPr>
        <p:txBody>
          <a:bodyPr anchor="b"/>
          <a:lstStyle>
            <a:lvl1pPr>
              <a:defRPr sz="466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63038" y="1503083"/>
            <a:ext cx="6743611" cy="7418740"/>
          </a:xfrm>
        </p:spPr>
        <p:txBody>
          <a:bodyPr anchor="t"/>
          <a:lstStyle>
            <a:lvl1pPr marL="0" indent="0">
              <a:buNone/>
              <a:defRPr sz="4662"/>
            </a:lvl1pPr>
            <a:lvl2pPr marL="666049" indent="0">
              <a:buNone/>
              <a:defRPr sz="4079"/>
            </a:lvl2pPr>
            <a:lvl3pPr marL="1332098" indent="0">
              <a:buNone/>
              <a:defRPr sz="3496"/>
            </a:lvl3pPr>
            <a:lvl4pPr marL="1998147" indent="0">
              <a:buNone/>
              <a:defRPr sz="2914"/>
            </a:lvl4pPr>
            <a:lvl5pPr marL="2664196" indent="0">
              <a:buNone/>
              <a:defRPr sz="2914"/>
            </a:lvl5pPr>
            <a:lvl6pPr marL="3330245" indent="0">
              <a:buNone/>
              <a:defRPr sz="2914"/>
            </a:lvl6pPr>
            <a:lvl7pPr marL="3996294" indent="0">
              <a:buNone/>
              <a:defRPr sz="2914"/>
            </a:lvl7pPr>
            <a:lvl8pPr marL="4662343" indent="0">
              <a:buNone/>
              <a:defRPr sz="2914"/>
            </a:lvl8pPr>
            <a:lvl9pPr marL="5328392" indent="0">
              <a:buNone/>
              <a:defRPr sz="291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534" y="3131820"/>
            <a:ext cx="4296277" cy="5802084"/>
          </a:xfrm>
        </p:spPr>
        <p:txBody>
          <a:bodyPr/>
          <a:lstStyle>
            <a:lvl1pPr marL="0" indent="0">
              <a:buNone/>
              <a:defRPr sz="2331"/>
            </a:lvl1pPr>
            <a:lvl2pPr marL="666049" indent="0">
              <a:buNone/>
              <a:defRPr sz="2040"/>
            </a:lvl2pPr>
            <a:lvl3pPr marL="1332098" indent="0">
              <a:buNone/>
              <a:defRPr sz="1748"/>
            </a:lvl3pPr>
            <a:lvl4pPr marL="1998147" indent="0">
              <a:buNone/>
              <a:defRPr sz="1457"/>
            </a:lvl4pPr>
            <a:lvl5pPr marL="2664196" indent="0">
              <a:buNone/>
              <a:defRPr sz="1457"/>
            </a:lvl5pPr>
            <a:lvl6pPr marL="3330245" indent="0">
              <a:buNone/>
              <a:defRPr sz="1457"/>
            </a:lvl6pPr>
            <a:lvl7pPr marL="3996294" indent="0">
              <a:buNone/>
              <a:defRPr sz="1457"/>
            </a:lvl7pPr>
            <a:lvl8pPr marL="4662343" indent="0">
              <a:buNone/>
              <a:defRPr sz="1457"/>
            </a:lvl8pPr>
            <a:lvl9pPr marL="5328392" indent="0">
              <a:buNone/>
              <a:defRPr sz="145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702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312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32636" y="555801"/>
            <a:ext cx="2872279" cy="884690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5800" y="555801"/>
            <a:ext cx="8450327" cy="884690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775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5799" y="555804"/>
            <a:ext cx="11489115" cy="201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799" y="2779007"/>
            <a:ext cx="11489115" cy="6623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5799" y="9675780"/>
            <a:ext cx="2997160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B3AE4-A5CA-47AA-8DFB-BE309A193015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12486" y="9675780"/>
            <a:ext cx="4495741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07754" y="9675780"/>
            <a:ext cx="2997160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171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defTabSz="1332098" rtl="0" eaLnBrk="1" latinLnBrk="0" hangingPunct="1">
        <a:lnSpc>
          <a:spcPct val="90000"/>
        </a:lnSpc>
        <a:spcBef>
          <a:spcPct val="0"/>
        </a:spcBef>
        <a:buNone/>
        <a:defRPr sz="64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3024" indent="-333024" algn="l" defTabSz="1332098" rtl="0" eaLnBrk="1" latinLnBrk="0" hangingPunct="1">
        <a:lnSpc>
          <a:spcPct val="90000"/>
        </a:lnSpc>
        <a:spcBef>
          <a:spcPts val="1457"/>
        </a:spcBef>
        <a:buFont typeface="Arial" panose="020B0604020202020204" pitchFamily="34" charset="0"/>
        <a:buChar char="•"/>
        <a:defRPr sz="4079" kern="1200">
          <a:solidFill>
            <a:schemeClr val="tx1"/>
          </a:solidFill>
          <a:latin typeface="+mn-lt"/>
          <a:ea typeface="+mn-ea"/>
          <a:cs typeface="+mn-cs"/>
        </a:defRPr>
      </a:lvl1pPr>
      <a:lvl2pPr marL="999073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3496" kern="1200">
          <a:solidFill>
            <a:schemeClr val="tx1"/>
          </a:solidFill>
          <a:latin typeface="+mn-lt"/>
          <a:ea typeface="+mn-ea"/>
          <a:cs typeface="+mn-cs"/>
        </a:defRPr>
      </a:lvl2pPr>
      <a:lvl3pPr marL="1665122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914" kern="1200">
          <a:solidFill>
            <a:schemeClr val="tx1"/>
          </a:solidFill>
          <a:latin typeface="+mn-lt"/>
          <a:ea typeface="+mn-ea"/>
          <a:cs typeface="+mn-cs"/>
        </a:defRPr>
      </a:lvl3pPr>
      <a:lvl4pPr marL="2331171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4pPr>
      <a:lvl5pPr marL="2997220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5pPr>
      <a:lvl6pPr marL="3663269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6pPr>
      <a:lvl7pPr marL="4329318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7pPr>
      <a:lvl8pPr marL="4995367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8pPr>
      <a:lvl9pPr marL="5661416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1pPr>
      <a:lvl2pPr marL="666049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2pPr>
      <a:lvl3pPr marL="1332098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3pPr>
      <a:lvl4pPr marL="1998147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4pPr>
      <a:lvl5pPr marL="2664196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5pPr>
      <a:lvl6pPr marL="3330245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6pPr>
      <a:lvl7pPr marL="3996294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7pPr>
      <a:lvl8pPr marL="4662343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8pPr>
      <a:lvl9pPr marL="5328392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emf"/><Relationship Id="rId26" Type="http://schemas.openxmlformats.org/officeDocument/2006/relationships/image" Target="../media/image24.emf"/><Relationship Id="rId3" Type="http://schemas.openxmlformats.org/officeDocument/2006/relationships/image" Target="../media/image1.emf"/><Relationship Id="rId21" Type="http://schemas.openxmlformats.org/officeDocument/2006/relationships/image" Target="../media/image19.png"/><Relationship Id="rId34" Type="http://schemas.openxmlformats.org/officeDocument/2006/relationships/image" Target="../media/image32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emf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emf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emf"/><Relationship Id="rId23" Type="http://schemas.openxmlformats.org/officeDocument/2006/relationships/image" Target="../media/image21.emf"/><Relationship Id="rId28" Type="http://schemas.openxmlformats.org/officeDocument/2006/relationships/image" Target="../media/image26.emf"/><Relationship Id="rId10" Type="http://schemas.openxmlformats.org/officeDocument/2006/relationships/image" Target="../media/image8.emf"/><Relationship Id="rId19" Type="http://schemas.openxmlformats.org/officeDocument/2006/relationships/image" Target="../media/image17.emf"/><Relationship Id="rId31" Type="http://schemas.openxmlformats.org/officeDocument/2006/relationships/image" Target="../media/image29.emf"/><Relationship Id="rId4" Type="http://schemas.openxmlformats.org/officeDocument/2006/relationships/image" Target="../media/image2.emf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emf"/><Relationship Id="rId30" Type="http://schemas.openxmlformats.org/officeDocument/2006/relationships/image" Target="../media/image28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56B07-2A6E-1F4D-580A-514301EC6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矩形: 圆角 36">
            <a:extLst>
              <a:ext uri="{FF2B5EF4-FFF2-40B4-BE49-F238E27FC236}">
                <a16:creationId xmlns:a16="http://schemas.microsoft.com/office/drawing/2014/main" id="{0CBCB1EB-14B4-8B20-D462-2EE161D504FC}"/>
              </a:ext>
            </a:extLst>
          </p:cNvPr>
          <p:cNvSpPr/>
          <p:nvPr/>
        </p:nvSpPr>
        <p:spPr>
          <a:xfrm>
            <a:off x="31976" y="982039"/>
            <a:ext cx="2188342" cy="288000"/>
          </a:xfrm>
          <a:prstGeom prst="roundRect">
            <a:avLst>
              <a:gd name="adj" fmla="val 24538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ResNet-20</a:t>
            </a:r>
            <a:r>
              <a:rPr kumimoji="1" lang="zh-CN" altLang="en-US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on</a:t>
            </a:r>
            <a:r>
              <a:rPr kumimoji="1" lang="zh-CN" altLang="en-US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MNIST</a:t>
            </a:r>
            <a:endParaRPr kumimoji="1" lang="zh-CN" altLang="en-US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161" name="图片 160">
            <a:extLst>
              <a:ext uri="{FF2B5EF4-FFF2-40B4-BE49-F238E27FC236}">
                <a16:creationId xmlns:a16="http://schemas.microsoft.com/office/drawing/2014/main" id="{1549D38D-282B-C989-DD6A-B7DD3C648E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69016" y="2588027"/>
            <a:ext cx="5751699" cy="1148152"/>
          </a:xfrm>
          <a:prstGeom prst="rect">
            <a:avLst/>
          </a:prstGeom>
        </p:spPr>
      </p:pic>
      <p:pic>
        <p:nvPicPr>
          <p:cNvPr id="162" name="图片 161">
            <a:extLst>
              <a:ext uri="{FF2B5EF4-FFF2-40B4-BE49-F238E27FC236}">
                <a16:creationId xmlns:a16="http://schemas.microsoft.com/office/drawing/2014/main" id="{0B7C8C85-73D3-3F54-47D2-5800844D88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54862" y="1611040"/>
            <a:ext cx="5751699" cy="1148152"/>
          </a:xfrm>
          <a:prstGeom prst="rect">
            <a:avLst/>
          </a:prstGeom>
        </p:spPr>
      </p:pic>
      <p:sp>
        <p:nvSpPr>
          <p:cNvPr id="47" name="等号 46">
            <a:extLst>
              <a:ext uri="{FF2B5EF4-FFF2-40B4-BE49-F238E27FC236}">
                <a16:creationId xmlns:a16="http://schemas.microsoft.com/office/drawing/2014/main" id="{BBBD821B-D0AA-3940-93F1-F385F955C191}"/>
              </a:ext>
            </a:extLst>
          </p:cNvPr>
          <p:cNvSpPr/>
          <p:nvPr/>
        </p:nvSpPr>
        <p:spPr>
          <a:xfrm>
            <a:off x="1712305" y="1670634"/>
            <a:ext cx="508015" cy="511202"/>
          </a:xfrm>
          <a:prstGeom prst="mathEqual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1287B14-1894-9149-5ADE-1D85AE37DCAC}"/>
                  </a:ext>
                </a:extLst>
              </p:cNvPr>
              <p:cNvSpPr txBox="1"/>
              <p:nvPr/>
            </p:nvSpPr>
            <p:spPr>
              <a:xfrm>
                <a:off x="-8575" y="1875575"/>
                <a:ext cx="9674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3.0</a:t>
                </a:r>
                <a:endParaRPr lang="zh-CN" altLang="en-US" dirty="0"/>
              </a:p>
            </p:txBody>
          </p:sp>
        </mc:Choice>
        <mc:Fallback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1287B14-1894-9149-5ADE-1D85AE37D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575" y="1875575"/>
                <a:ext cx="967404" cy="369332"/>
              </a:xfrm>
              <a:prstGeom prst="rect">
                <a:avLst/>
              </a:prstGeom>
              <a:blipFill>
                <a:blip r:embed="rId5"/>
                <a:stretch>
                  <a:fillRect l="-1299" t="-6667" r="-3896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7ECCECA-0085-7863-67A5-3B59A2024AA3}"/>
                  </a:ext>
                </a:extLst>
              </p:cNvPr>
              <p:cNvSpPr txBox="1"/>
              <p:nvPr/>
            </p:nvSpPr>
            <p:spPr>
              <a:xfrm>
                <a:off x="-23038" y="2921582"/>
                <a:ext cx="9963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4.0</a:t>
                </a:r>
                <a:endParaRPr lang="zh-CN" altLang="en-US" dirty="0"/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7ECCECA-0085-7863-67A5-3B59A2024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038" y="2921582"/>
                <a:ext cx="996339" cy="369332"/>
              </a:xfrm>
              <a:prstGeom prst="rect">
                <a:avLst/>
              </a:prstGeom>
              <a:blipFill>
                <a:blip r:embed="rId6"/>
                <a:stretch>
                  <a:fillRect t="-3226" b="-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>
            <a:extLst>
              <a:ext uri="{FF2B5EF4-FFF2-40B4-BE49-F238E27FC236}">
                <a16:creationId xmlns:a16="http://schemas.microsoft.com/office/drawing/2014/main" id="{E5F475D8-CC7D-5BC7-E6A3-15E283DD631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90060" y="2583450"/>
            <a:ext cx="5751699" cy="1148153"/>
          </a:xfrm>
          <a:prstGeom prst="rect">
            <a:avLst/>
          </a:prstGeom>
        </p:spPr>
      </p:pic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9F10D6AA-FBA8-2FCA-593F-3A31A0110333}"/>
              </a:ext>
            </a:extLst>
          </p:cNvPr>
          <p:cNvGrpSpPr/>
          <p:nvPr/>
        </p:nvGrpSpPr>
        <p:grpSpPr>
          <a:xfrm>
            <a:off x="518475" y="1331740"/>
            <a:ext cx="6023454" cy="379515"/>
            <a:chOff x="518475" y="1331740"/>
            <a:chExt cx="6023454" cy="379515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1E423CEE-FEE2-0D5B-61AB-85BCC9BCFD68}"/>
                </a:ext>
              </a:extLst>
            </p:cNvPr>
            <p:cNvSpPr/>
            <p:nvPr/>
          </p:nvSpPr>
          <p:spPr>
            <a:xfrm>
              <a:off x="5434886" y="1349439"/>
              <a:ext cx="1107043" cy="333934"/>
            </a:xfrm>
            <a:prstGeom prst="rect">
              <a:avLst/>
            </a:prstGeom>
            <a:solidFill>
              <a:schemeClr val="bg2">
                <a:lumMod val="50000"/>
                <a:alpha val="14902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en-US" altLang="zh-CN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Residual</a:t>
              </a:r>
              <a:endParaRPr lang="zh-CN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FDDACAA-5DF1-1457-3AE5-B5536006A284}"/>
                </a:ext>
              </a:extLst>
            </p:cNvPr>
            <p:cNvSpPr/>
            <p:nvPr/>
          </p:nvSpPr>
          <p:spPr>
            <a:xfrm>
              <a:off x="3981734" y="1349439"/>
              <a:ext cx="1107043" cy="333934"/>
            </a:xfrm>
            <a:prstGeom prst="rect">
              <a:avLst/>
            </a:prstGeom>
            <a:solidFill>
              <a:schemeClr val="accent2">
                <a:lumMod val="75000"/>
                <a:alpha val="14902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en-US" altLang="zh-CN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Non-gen</a:t>
              </a:r>
              <a:endParaRPr lang="zh-CN" alt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8079046-7901-CDD0-3928-64AF3488F53A}"/>
                </a:ext>
              </a:extLst>
            </p:cNvPr>
            <p:cNvSpPr/>
            <p:nvPr/>
          </p:nvSpPr>
          <p:spPr>
            <a:xfrm>
              <a:off x="2583780" y="1349439"/>
              <a:ext cx="1107043" cy="333934"/>
            </a:xfrm>
            <a:prstGeom prst="rect">
              <a:avLst/>
            </a:prstGeom>
            <a:solidFill>
              <a:schemeClr val="accent6">
                <a:lumMod val="75000"/>
                <a:alpha val="14902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</a:t>
              </a:r>
              <a:endParaRPr kumimoji="1" lang="zh-CN" altLang="en-US" sz="1801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2D6A18A-89AD-A4B5-C477-0A4D94233819}"/>
                </a:ext>
              </a:extLst>
            </p:cNvPr>
            <p:cNvSpPr/>
            <p:nvPr/>
          </p:nvSpPr>
          <p:spPr>
            <a:xfrm>
              <a:off x="518475" y="1349439"/>
              <a:ext cx="1799796" cy="333934"/>
            </a:xfrm>
            <a:prstGeom prst="rect">
              <a:avLst/>
            </a:prstGeom>
            <a:solidFill>
              <a:schemeClr val="accent4">
                <a:lumMod val="75000"/>
                <a:alpha val="14902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CN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All interactions</a:t>
              </a:r>
              <a:endParaRPr lang="zh-CN" altLang="en-U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A1AD59D2-5223-C94A-5F57-083095FFFA43}"/>
                </a:ext>
              </a:extLst>
            </p:cNvPr>
            <p:cNvSpPr txBox="1"/>
            <p:nvPr/>
          </p:nvSpPr>
          <p:spPr>
            <a:xfrm>
              <a:off x="2295572" y="133174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=</a:t>
              </a:r>
              <a:endParaRPr kumimoji="1" lang="zh-CN" altLang="en-US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F3A1CEE-DBCB-C917-4391-A434DA0AF594}"/>
                </a:ext>
              </a:extLst>
            </p:cNvPr>
            <p:cNvSpPr txBox="1"/>
            <p:nvPr/>
          </p:nvSpPr>
          <p:spPr>
            <a:xfrm>
              <a:off x="3688626" y="133174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+</a:t>
              </a:r>
              <a:endParaRPr kumimoji="1"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FB6813F-839C-23CB-2F8F-2B9294FD1E6A}"/>
                </a:ext>
              </a:extLst>
            </p:cNvPr>
            <p:cNvSpPr txBox="1"/>
            <p:nvPr/>
          </p:nvSpPr>
          <p:spPr>
            <a:xfrm>
              <a:off x="5128617" y="134192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+</a:t>
              </a:r>
              <a:endParaRPr kumimoji="1" lang="zh-CN" altLang="en-US" dirty="0"/>
            </a:p>
          </p:txBody>
        </p:sp>
      </p:grpSp>
      <p:sp>
        <p:nvSpPr>
          <p:cNvPr id="52" name="等号 46">
            <a:extLst>
              <a:ext uri="{FF2B5EF4-FFF2-40B4-BE49-F238E27FC236}">
                <a16:creationId xmlns:a16="http://schemas.microsoft.com/office/drawing/2014/main" id="{7FA00831-22C9-AE6A-94BA-B62CF45DC027}"/>
              </a:ext>
            </a:extLst>
          </p:cNvPr>
          <p:cNvSpPr/>
          <p:nvPr/>
        </p:nvSpPr>
        <p:spPr>
          <a:xfrm>
            <a:off x="8419488" y="1670634"/>
            <a:ext cx="508015" cy="511202"/>
          </a:xfrm>
          <a:prstGeom prst="mathEqual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B686DAE6-44D9-7481-96A8-2F92783F0737}"/>
                  </a:ext>
                </a:extLst>
              </p:cNvPr>
              <p:cNvSpPr txBox="1"/>
              <p:nvPr/>
            </p:nvSpPr>
            <p:spPr>
              <a:xfrm>
                <a:off x="6818156" y="1777423"/>
                <a:ext cx="8953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4/255</a:t>
                </a:r>
                <a:endParaRPr lang="zh-CN" altLang="en-US" dirty="0"/>
              </a:p>
            </p:txBody>
          </p:sp>
        </mc:Choice>
        <mc:Fallback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B686DAE6-44D9-7481-96A8-2F92783F0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156" y="1777423"/>
                <a:ext cx="895340" cy="646331"/>
              </a:xfrm>
              <a:prstGeom prst="rect">
                <a:avLst/>
              </a:prstGeom>
              <a:blipFill>
                <a:blip r:embed="rId8"/>
                <a:stretch>
                  <a:fillRect l="-5556" b="-1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139A89B1-5C22-F1DF-59FE-A2BE297B1E68}"/>
                  </a:ext>
                </a:extLst>
              </p:cNvPr>
              <p:cNvSpPr txBox="1"/>
              <p:nvPr/>
            </p:nvSpPr>
            <p:spPr>
              <a:xfrm>
                <a:off x="6767659" y="2842221"/>
                <a:ext cx="99633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r>
                  <a:rPr lang="en-US" altLang="zh-CN" dirty="0"/>
                  <a:t>8/255</a:t>
                </a:r>
                <a:endParaRPr lang="zh-CN" altLang="en-US" dirty="0"/>
              </a:p>
            </p:txBody>
          </p:sp>
        </mc:Choice>
        <mc:Fallback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139A89B1-5C22-F1DF-59FE-A2BE297B1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659" y="2842221"/>
                <a:ext cx="996339" cy="646331"/>
              </a:xfrm>
              <a:prstGeom prst="rect">
                <a:avLst/>
              </a:prstGeom>
              <a:blipFill>
                <a:blip r:embed="rId9"/>
                <a:stretch>
                  <a:fillRect l="-5000" b="-13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8" name="图片 157">
            <a:extLst>
              <a:ext uri="{FF2B5EF4-FFF2-40B4-BE49-F238E27FC236}">
                <a16:creationId xmlns:a16="http://schemas.microsoft.com/office/drawing/2014/main" id="{8CC720EC-719F-F730-E6A3-5B4A60C46EC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75910" y="1606467"/>
            <a:ext cx="5751699" cy="114815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7745523-ED8A-B69E-2583-24D484E0141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569016" y="4536499"/>
            <a:ext cx="5751699" cy="114815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90349E5-54B7-7D50-AD17-A64B3D2643F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554860" y="3559508"/>
            <a:ext cx="5751694" cy="1148152"/>
          </a:xfrm>
          <a:prstGeom prst="rect">
            <a:avLst/>
          </a:prstGeom>
        </p:spPr>
      </p:pic>
      <p:sp>
        <p:nvSpPr>
          <p:cNvPr id="10" name="等号 46">
            <a:extLst>
              <a:ext uri="{FF2B5EF4-FFF2-40B4-BE49-F238E27FC236}">
                <a16:creationId xmlns:a16="http://schemas.microsoft.com/office/drawing/2014/main" id="{8D6243E3-F376-F875-8740-CBEE09DF988F}"/>
              </a:ext>
            </a:extLst>
          </p:cNvPr>
          <p:cNvSpPr/>
          <p:nvPr/>
        </p:nvSpPr>
        <p:spPr>
          <a:xfrm>
            <a:off x="1712305" y="3619102"/>
            <a:ext cx="508015" cy="511202"/>
          </a:xfrm>
          <a:prstGeom prst="mathEqual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FF1264F-5F5B-AB23-A787-533B54F6B7B3}"/>
                  </a:ext>
                </a:extLst>
              </p:cNvPr>
              <p:cNvSpPr txBox="1"/>
              <p:nvPr/>
            </p:nvSpPr>
            <p:spPr>
              <a:xfrm>
                <a:off x="-8575" y="3824043"/>
                <a:ext cx="9674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5.0</a:t>
                </a:r>
                <a:endParaRPr lang="zh-CN" altLang="en-US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FF1264F-5F5B-AB23-A787-533B54F6B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575" y="3824043"/>
                <a:ext cx="967404" cy="369332"/>
              </a:xfrm>
              <a:prstGeom prst="rect">
                <a:avLst/>
              </a:prstGeom>
              <a:blipFill>
                <a:blip r:embed="rId13"/>
                <a:stretch>
                  <a:fillRect l="-1299" t="-3226" r="-3896" b="-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F13F083-E4D1-76E3-4AEB-5C84868AF0A8}"/>
                  </a:ext>
                </a:extLst>
              </p:cNvPr>
              <p:cNvSpPr txBox="1"/>
              <p:nvPr/>
            </p:nvSpPr>
            <p:spPr>
              <a:xfrm>
                <a:off x="-23038" y="4870050"/>
                <a:ext cx="9963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6.0</a:t>
                </a:r>
                <a:endParaRPr lang="zh-CN" altLang="en-US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F13F083-E4D1-76E3-4AEB-5C84868AF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038" y="4870050"/>
                <a:ext cx="996339" cy="369332"/>
              </a:xfrm>
              <a:prstGeom prst="rect">
                <a:avLst/>
              </a:prstGeom>
              <a:blipFill>
                <a:blip r:embed="rId14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FA4D7BB4-024A-351E-3B01-CEEAB5180CAB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90056" y="4531918"/>
            <a:ext cx="5751700" cy="1148153"/>
          </a:xfrm>
          <a:prstGeom prst="rect">
            <a:avLst/>
          </a:prstGeom>
        </p:spPr>
      </p:pic>
      <p:sp>
        <p:nvSpPr>
          <p:cNvPr id="21" name="等号 46">
            <a:extLst>
              <a:ext uri="{FF2B5EF4-FFF2-40B4-BE49-F238E27FC236}">
                <a16:creationId xmlns:a16="http://schemas.microsoft.com/office/drawing/2014/main" id="{0179C9FF-32A8-68ED-855E-B2D1D58A3407}"/>
              </a:ext>
            </a:extLst>
          </p:cNvPr>
          <p:cNvSpPr/>
          <p:nvPr/>
        </p:nvSpPr>
        <p:spPr>
          <a:xfrm>
            <a:off x="8419488" y="3619102"/>
            <a:ext cx="508015" cy="511202"/>
          </a:xfrm>
          <a:prstGeom prst="mathEqual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233891F-A6E3-02BA-737F-E46B7CBBBBF2}"/>
                  </a:ext>
                </a:extLst>
              </p:cNvPr>
              <p:cNvSpPr txBox="1"/>
              <p:nvPr/>
            </p:nvSpPr>
            <p:spPr>
              <a:xfrm>
                <a:off x="6818156" y="3725891"/>
                <a:ext cx="8953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16/255</a:t>
                </a:r>
                <a:endParaRPr lang="zh-CN" altLang="en-US" dirty="0"/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233891F-A6E3-02BA-737F-E46B7CBBB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156" y="3725891"/>
                <a:ext cx="895340" cy="646331"/>
              </a:xfrm>
              <a:prstGeom prst="rect">
                <a:avLst/>
              </a:prstGeom>
              <a:blipFill>
                <a:blip r:embed="rId16"/>
                <a:stretch>
                  <a:fillRect l="-5556" r="-1389" b="-13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E58098F-D915-D714-B2D3-87540C2B80CF}"/>
                  </a:ext>
                </a:extLst>
              </p:cNvPr>
              <p:cNvSpPr txBox="1"/>
              <p:nvPr/>
            </p:nvSpPr>
            <p:spPr>
              <a:xfrm>
                <a:off x="6767659" y="4790689"/>
                <a:ext cx="99633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r>
                  <a:rPr lang="en-US" altLang="zh-CN" dirty="0"/>
                  <a:t>32/255</a:t>
                </a:r>
                <a:endParaRPr lang="zh-CN" altLang="en-US" dirty="0"/>
              </a:p>
            </p:txBody>
          </p:sp>
        </mc:Choice>
        <mc:Fallback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E58098F-D915-D714-B2D3-87540C2B8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659" y="4790689"/>
                <a:ext cx="996339" cy="646331"/>
              </a:xfrm>
              <a:prstGeom prst="rect">
                <a:avLst/>
              </a:prstGeom>
              <a:blipFill>
                <a:blip r:embed="rId17"/>
                <a:stretch>
                  <a:fillRect l="-5000" b="-1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图片 29">
            <a:extLst>
              <a:ext uri="{FF2B5EF4-FFF2-40B4-BE49-F238E27FC236}">
                <a16:creationId xmlns:a16="http://schemas.microsoft.com/office/drawing/2014/main" id="{C5CA86DA-4DA6-64B3-D3AA-22E9A3CE5609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75910" y="3554931"/>
            <a:ext cx="5751699" cy="114815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D2B89C5-F58B-B397-83B5-3981CB94FC02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7500541" y="7279613"/>
            <a:ext cx="5751694" cy="1148152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AAE1D183-56BC-FA60-FCCA-A2BEC8D89072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486387" y="6302626"/>
            <a:ext cx="5751694" cy="1148152"/>
          </a:xfrm>
          <a:prstGeom prst="rect">
            <a:avLst/>
          </a:prstGeom>
        </p:spPr>
      </p:pic>
      <p:sp>
        <p:nvSpPr>
          <p:cNvPr id="43" name="等号 46">
            <a:extLst>
              <a:ext uri="{FF2B5EF4-FFF2-40B4-BE49-F238E27FC236}">
                <a16:creationId xmlns:a16="http://schemas.microsoft.com/office/drawing/2014/main" id="{1007FB9B-2834-778C-318F-F38DAD17F04B}"/>
              </a:ext>
            </a:extLst>
          </p:cNvPr>
          <p:cNvSpPr/>
          <p:nvPr/>
        </p:nvSpPr>
        <p:spPr>
          <a:xfrm>
            <a:off x="1643830" y="6362220"/>
            <a:ext cx="508015" cy="511202"/>
          </a:xfrm>
          <a:prstGeom prst="mathEqual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8A2AC960-A884-B67F-2C0E-5104EE908EAC}"/>
                  </a:ext>
                </a:extLst>
              </p:cNvPr>
              <p:cNvSpPr txBox="1"/>
              <p:nvPr/>
            </p:nvSpPr>
            <p:spPr>
              <a:xfrm>
                <a:off x="-77050" y="6567161"/>
                <a:ext cx="9674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3.0</a:t>
                </a:r>
                <a:endParaRPr lang="zh-CN" altLang="en-US" dirty="0"/>
              </a:p>
            </p:txBody>
          </p:sp>
        </mc:Choice>
        <mc:Fallback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8A2AC960-A884-B67F-2C0E-5104EE908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7050" y="6567161"/>
                <a:ext cx="967404" cy="369332"/>
              </a:xfrm>
              <a:prstGeom prst="rect">
                <a:avLst/>
              </a:prstGeom>
              <a:blipFill>
                <a:blip r:embed="rId21"/>
                <a:stretch>
                  <a:fillRect l="-1282" t="-3226" r="-3846" b="-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9B4060D8-A6BA-0EEB-4F31-D83CCB55EA89}"/>
                  </a:ext>
                </a:extLst>
              </p:cNvPr>
              <p:cNvSpPr txBox="1"/>
              <p:nvPr/>
            </p:nvSpPr>
            <p:spPr>
              <a:xfrm>
                <a:off x="-91513" y="7613168"/>
                <a:ext cx="9963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4.0</a:t>
                </a:r>
                <a:endParaRPr lang="zh-CN" altLang="en-US" dirty="0"/>
              </a:p>
            </p:txBody>
          </p:sp>
        </mc:Choice>
        <mc:Fallback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9B4060D8-A6BA-0EEB-4F31-D83CCB55E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1513" y="7613168"/>
                <a:ext cx="996339" cy="369332"/>
              </a:xfrm>
              <a:prstGeom prst="rect">
                <a:avLst/>
              </a:prstGeom>
              <a:blipFill>
                <a:blip r:embed="rId22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5" name="图片 54">
            <a:extLst>
              <a:ext uri="{FF2B5EF4-FFF2-40B4-BE49-F238E27FC236}">
                <a16:creationId xmlns:a16="http://schemas.microsoft.com/office/drawing/2014/main" id="{27091469-E7F2-9ED6-DBDD-B6253235C9D3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21585" y="7275034"/>
            <a:ext cx="5751699" cy="1148152"/>
          </a:xfrm>
          <a:prstGeom prst="rect">
            <a:avLst/>
          </a:prstGeom>
        </p:spPr>
      </p:pic>
      <p:sp>
        <p:nvSpPr>
          <p:cNvPr id="136" name="等号 46">
            <a:extLst>
              <a:ext uri="{FF2B5EF4-FFF2-40B4-BE49-F238E27FC236}">
                <a16:creationId xmlns:a16="http://schemas.microsoft.com/office/drawing/2014/main" id="{ACA4DB69-8185-3AF6-D5EC-49765A7699D6}"/>
              </a:ext>
            </a:extLst>
          </p:cNvPr>
          <p:cNvSpPr/>
          <p:nvPr/>
        </p:nvSpPr>
        <p:spPr>
          <a:xfrm>
            <a:off x="8351013" y="6362220"/>
            <a:ext cx="508015" cy="511202"/>
          </a:xfrm>
          <a:prstGeom prst="mathEqual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B30C8DE5-FCE7-497F-F48A-646FFE469A08}"/>
                  </a:ext>
                </a:extLst>
              </p:cNvPr>
              <p:cNvSpPr txBox="1"/>
              <p:nvPr/>
            </p:nvSpPr>
            <p:spPr>
              <a:xfrm>
                <a:off x="6841677" y="6469009"/>
                <a:ext cx="8953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2/255</a:t>
                </a:r>
                <a:endParaRPr lang="zh-CN" altLang="en-US" dirty="0"/>
              </a:p>
            </p:txBody>
          </p:sp>
        </mc:Choice>
        <mc:Fallback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B30C8DE5-FCE7-497F-F48A-646FFE469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677" y="6469009"/>
                <a:ext cx="895340" cy="646331"/>
              </a:xfrm>
              <a:prstGeom prst="rect">
                <a:avLst/>
              </a:prstGeom>
              <a:blipFill>
                <a:blip r:embed="rId24"/>
                <a:stretch>
                  <a:fillRect l="-5556" b="-13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4D4E9E06-CE85-77B4-1A00-C0AF782E1642}"/>
                  </a:ext>
                </a:extLst>
              </p:cNvPr>
              <p:cNvSpPr txBox="1"/>
              <p:nvPr/>
            </p:nvSpPr>
            <p:spPr>
              <a:xfrm>
                <a:off x="6791180" y="7533807"/>
                <a:ext cx="99633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r>
                  <a:rPr lang="en-US" altLang="zh-CN" dirty="0"/>
                  <a:t>4/255</a:t>
                </a:r>
                <a:endParaRPr lang="zh-CN" altLang="en-US" dirty="0"/>
              </a:p>
            </p:txBody>
          </p:sp>
        </mc:Choice>
        <mc:Fallback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4D4E9E06-CE85-77B4-1A00-C0AF782E1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1180" y="7533807"/>
                <a:ext cx="996339" cy="646331"/>
              </a:xfrm>
              <a:prstGeom prst="rect">
                <a:avLst/>
              </a:prstGeom>
              <a:blipFill>
                <a:blip r:embed="rId25"/>
                <a:stretch>
                  <a:fillRect l="-5063" b="-1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9" name="图片 138">
            <a:extLst>
              <a:ext uri="{FF2B5EF4-FFF2-40B4-BE49-F238E27FC236}">
                <a16:creationId xmlns:a16="http://schemas.microsoft.com/office/drawing/2014/main" id="{9CD4B1C3-6126-0C9F-42C9-F188D5096DAD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807435" y="6298051"/>
            <a:ext cx="5751699" cy="1148152"/>
          </a:xfrm>
          <a:prstGeom prst="rect">
            <a:avLst/>
          </a:prstGeom>
        </p:spPr>
      </p:pic>
      <p:pic>
        <p:nvPicPr>
          <p:cNvPr id="143" name="图片 142">
            <a:extLst>
              <a:ext uri="{FF2B5EF4-FFF2-40B4-BE49-F238E27FC236}">
                <a16:creationId xmlns:a16="http://schemas.microsoft.com/office/drawing/2014/main" id="{0A0D729D-2464-60DB-66DC-C3A02E15ED43}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7500541" y="9228083"/>
            <a:ext cx="5751699" cy="1148152"/>
          </a:xfrm>
          <a:prstGeom prst="rect">
            <a:avLst/>
          </a:prstGeom>
        </p:spPr>
      </p:pic>
      <p:pic>
        <p:nvPicPr>
          <p:cNvPr id="144" name="图片 143">
            <a:extLst>
              <a:ext uri="{FF2B5EF4-FFF2-40B4-BE49-F238E27FC236}">
                <a16:creationId xmlns:a16="http://schemas.microsoft.com/office/drawing/2014/main" id="{FE89D580-523D-2A72-2003-55C1D7938A5E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7486385" y="8251096"/>
            <a:ext cx="5751694" cy="1148151"/>
          </a:xfrm>
          <a:prstGeom prst="rect">
            <a:avLst/>
          </a:prstGeom>
        </p:spPr>
      </p:pic>
      <p:sp>
        <p:nvSpPr>
          <p:cNvPr id="145" name="等号 46">
            <a:extLst>
              <a:ext uri="{FF2B5EF4-FFF2-40B4-BE49-F238E27FC236}">
                <a16:creationId xmlns:a16="http://schemas.microsoft.com/office/drawing/2014/main" id="{0FFC5159-C432-C218-AF6F-59A50D691661}"/>
              </a:ext>
            </a:extLst>
          </p:cNvPr>
          <p:cNvSpPr/>
          <p:nvPr/>
        </p:nvSpPr>
        <p:spPr>
          <a:xfrm>
            <a:off x="1643830" y="8310688"/>
            <a:ext cx="508015" cy="511202"/>
          </a:xfrm>
          <a:prstGeom prst="mathEqual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B7050F51-9224-D893-F920-F6F2E73940CA}"/>
                  </a:ext>
                </a:extLst>
              </p:cNvPr>
              <p:cNvSpPr txBox="1"/>
              <p:nvPr/>
            </p:nvSpPr>
            <p:spPr>
              <a:xfrm>
                <a:off x="-77050" y="8515629"/>
                <a:ext cx="9674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5.0</a:t>
                </a:r>
                <a:endParaRPr lang="zh-CN" altLang="en-US" dirty="0"/>
              </a:p>
            </p:txBody>
          </p:sp>
        </mc:Choice>
        <mc:Fallback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B7050F51-9224-D893-F920-F6F2E7394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7050" y="8515629"/>
                <a:ext cx="967404" cy="369332"/>
              </a:xfrm>
              <a:prstGeom prst="rect">
                <a:avLst/>
              </a:prstGeom>
              <a:blipFill>
                <a:blip r:embed="rId29"/>
                <a:stretch>
                  <a:fillRect l="-1282" t="-6667" r="-3846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CA587C6A-6D5D-223A-1D0E-DEA0B084954E}"/>
                  </a:ext>
                </a:extLst>
              </p:cNvPr>
              <p:cNvSpPr txBox="1"/>
              <p:nvPr/>
            </p:nvSpPr>
            <p:spPr>
              <a:xfrm>
                <a:off x="-91513" y="9561636"/>
                <a:ext cx="9963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6.0</a:t>
                </a:r>
                <a:endParaRPr lang="zh-CN" altLang="en-US" dirty="0"/>
              </a:p>
            </p:txBody>
          </p:sp>
        </mc:Choice>
        <mc:Fallback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CA587C6A-6D5D-223A-1D0E-DEA0B0849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1513" y="9561636"/>
                <a:ext cx="996339" cy="369332"/>
              </a:xfrm>
              <a:prstGeom prst="rect">
                <a:avLst/>
              </a:prstGeom>
              <a:blipFill>
                <a:blip r:embed="rId30"/>
                <a:stretch>
                  <a:fillRect t="-10345" b="-275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8" name="图片 147">
            <a:extLst>
              <a:ext uri="{FF2B5EF4-FFF2-40B4-BE49-F238E27FC236}">
                <a16:creationId xmlns:a16="http://schemas.microsoft.com/office/drawing/2014/main" id="{3183AFA5-52F2-A8E9-8D41-18FAA1A5114E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821583" y="9223504"/>
            <a:ext cx="5751699" cy="1148153"/>
          </a:xfrm>
          <a:prstGeom prst="rect">
            <a:avLst/>
          </a:prstGeom>
        </p:spPr>
      </p:pic>
      <p:sp>
        <p:nvSpPr>
          <p:cNvPr id="149" name="等号 46">
            <a:extLst>
              <a:ext uri="{FF2B5EF4-FFF2-40B4-BE49-F238E27FC236}">
                <a16:creationId xmlns:a16="http://schemas.microsoft.com/office/drawing/2014/main" id="{0930F773-C631-9AC6-09C8-9012C1C4B471}"/>
              </a:ext>
            </a:extLst>
          </p:cNvPr>
          <p:cNvSpPr/>
          <p:nvPr/>
        </p:nvSpPr>
        <p:spPr>
          <a:xfrm>
            <a:off x="8351013" y="8310688"/>
            <a:ext cx="508015" cy="511202"/>
          </a:xfrm>
          <a:prstGeom prst="mathEqual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FD8C4E72-6691-FF59-1792-CCC294D664AB}"/>
                  </a:ext>
                </a:extLst>
              </p:cNvPr>
              <p:cNvSpPr txBox="1"/>
              <p:nvPr/>
            </p:nvSpPr>
            <p:spPr>
              <a:xfrm>
                <a:off x="6841677" y="8417477"/>
                <a:ext cx="8953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altLang="zh-CN" dirty="0"/>
                  <a:t>/255</a:t>
                </a:r>
                <a:endParaRPr lang="zh-CN" altLang="en-US" dirty="0"/>
              </a:p>
            </p:txBody>
          </p:sp>
        </mc:Choice>
        <mc:Fallback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FD8C4E72-6691-FF59-1792-CCC294D66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677" y="8417477"/>
                <a:ext cx="895340" cy="646331"/>
              </a:xfrm>
              <a:prstGeom prst="rect">
                <a:avLst/>
              </a:prstGeom>
              <a:blipFill>
                <a:blip r:embed="rId32"/>
                <a:stretch>
                  <a:fillRect b="-13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47A829C9-4393-2B3D-C4BC-FC290A6D63FD}"/>
                  </a:ext>
                </a:extLst>
              </p:cNvPr>
              <p:cNvSpPr txBox="1"/>
              <p:nvPr/>
            </p:nvSpPr>
            <p:spPr>
              <a:xfrm>
                <a:off x="6791180" y="9482275"/>
                <a:ext cx="99633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r>
                  <a:rPr lang="en-US" altLang="zh-CN" dirty="0"/>
                  <a:t>16/255</a:t>
                </a:r>
                <a:endParaRPr lang="zh-CN" altLang="en-US" dirty="0"/>
              </a:p>
            </p:txBody>
          </p:sp>
        </mc:Choice>
        <mc:Fallback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47A829C9-4393-2B3D-C4BC-FC290A6D6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1180" y="9482275"/>
                <a:ext cx="996339" cy="646331"/>
              </a:xfrm>
              <a:prstGeom prst="rect">
                <a:avLst/>
              </a:prstGeom>
              <a:blipFill>
                <a:blip r:embed="rId33"/>
                <a:stretch>
                  <a:fillRect l="-5063" b="-13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4" name="图片 153">
            <a:extLst>
              <a:ext uri="{FF2B5EF4-FFF2-40B4-BE49-F238E27FC236}">
                <a16:creationId xmlns:a16="http://schemas.microsoft.com/office/drawing/2014/main" id="{1811148A-68D9-D4C1-483C-52ADCC75742D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07435" y="8246517"/>
            <a:ext cx="5751694" cy="1148152"/>
          </a:xfrm>
          <a:prstGeom prst="rect">
            <a:avLst/>
          </a:prstGeom>
        </p:spPr>
      </p:pic>
      <p:sp>
        <p:nvSpPr>
          <p:cNvPr id="160" name="矩形: 圆角 36">
            <a:extLst>
              <a:ext uri="{FF2B5EF4-FFF2-40B4-BE49-F238E27FC236}">
                <a16:creationId xmlns:a16="http://schemas.microsoft.com/office/drawing/2014/main" id="{FD477792-EB0B-4813-024A-79BBCBB28524}"/>
              </a:ext>
            </a:extLst>
          </p:cNvPr>
          <p:cNvSpPr/>
          <p:nvPr/>
        </p:nvSpPr>
        <p:spPr>
          <a:xfrm>
            <a:off x="27482" y="5687124"/>
            <a:ext cx="2188342" cy="288000"/>
          </a:xfrm>
          <a:prstGeom prst="roundRect">
            <a:avLst>
              <a:gd name="adj" fmla="val 24538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VGG-11</a:t>
            </a:r>
            <a:r>
              <a:rPr kumimoji="1" lang="zh-CN" altLang="en-US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on</a:t>
            </a:r>
            <a:r>
              <a:rPr kumimoji="1" lang="zh-CN" altLang="en-US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MNIST</a:t>
            </a:r>
            <a:endParaRPr kumimoji="1" lang="zh-CN" altLang="en-US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56" name="矩形: 圆角 36">
            <a:extLst>
              <a:ext uri="{FF2B5EF4-FFF2-40B4-BE49-F238E27FC236}">
                <a16:creationId xmlns:a16="http://schemas.microsoft.com/office/drawing/2014/main" id="{6E8AD794-F44D-E466-7B87-72CD462BC7DB}"/>
              </a:ext>
            </a:extLst>
          </p:cNvPr>
          <p:cNvSpPr/>
          <p:nvPr/>
        </p:nvSpPr>
        <p:spPr>
          <a:xfrm>
            <a:off x="-8575" y="277292"/>
            <a:ext cx="6594770" cy="642843"/>
          </a:xfrm>
          <a:prstGeom prst="roundRect">
            <a:avLst>
              <a:gd name="adj" fmla="val 24538"/>
            </a:avLst>
          </a:prstGeom>
          <a:solidFill>
            <a:srgbClr val="DEEBF7">
              <a:alpha val="60000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159" name="矩形: 圆角 36">
            <a:extLst>
              <a:ext uri="{FF2B5EF4-FFF2-40B4-BE49-F238E27FC236}">
                <a16:creationId xmlns:a16="http://schemas.microsoft.com/office/drawing/2014/main" id="{373F8528-B061-8BD5-3E6A-4C627E83B7C2}"/>
              </a:ext>
            </a:extLst>
          </p:cNvPr>
          <p:cNvSpPr/>
          <p:nvPr/>
        </p:nvSpPr>
        <p:spPr>
          <a:xfrm>
            <a:off x="6670377" y="274641"/>
            <a:ext cx="6594770" cy="642843"/>
          </a:xfrm>
          <a:prstGeom prst="roundRect">
            <a:avLst>
              <a:gd name="adj" fmla="val 24538"/>
            </a:avLst>
          </a:prstGeom>
          <a:solidFill>
            <a:srgbClr val="DEEBF7">
              <a:alpha val="60000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164" name="文本框 8">
            <a:extLst>
              <a:ext uri="{FF2B5EF4-FFF2-40B4-BE49-F238E27FC236}">
                <a16:creationId xmlns:a16="http://schemas.microsoft.com/office/drawing/2014/main" id="{7FF654E4-571F-E2A5-564B-AF56D3AA5C27}"/>
              </a:ext>
            </a:extLst>
          </p:cNvPr>
          <p:cNvSpPr txBox="1"/>
          <p:nvPr/>
        </p:nvSpPr>
        <p:spPr>
          <a:xfrm>
            <a:off x="-28585" y="277292"/>
            <a:ext cx="6615636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(a) Tracking the change of two distributions when we injected more non-generalizable representations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to DNN’s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parameters.</a:t>
            </a:r>
          </a:p>
        </p:txBody>
      </p:sp>
      <p:sp>
        <p:nvSpPr>
          <p:cNvPr id="165" name="文本框 4">
            <a:extLst>
              <a:ext uri="{FF2B5EF4-FFF2-40B4-BE49-F238E27FC236}">
                <a16:creationId xmlns:a16="http://schemas.microsoft.com/office/drawing/2014/main" id="{087E374B-795D-DDAF-238D-A864C6891D7E}"/>
              </a:ext>
            </a:extLst>
          </p:cNvPr>
          <p:cNvSpPr txBox="1"/>
          <p:nvPr/>
        </p:nvSpPr>
        <p:spPr>
          <a:xfrm>
            <a:off x="6650367" y="274641"/>
            <a:ext cx="6615636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(b) Tracking the change of two distributions when we injected more non-generalizable representations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to input samples.</a:t>
            </a:r>
          </a:p>
        </p:txBody>
      </p:sp>
      <p:grpSp>
        <p:nvGrpSpPr>
          <p:cNvPr id="167" name="组合 166">
            <a:extLst>
              <a:ext uri="{FF2B5EF4-FFF2-40B4-BE49-F238E27FC236}">
                <a16:creationId xmlns:a16="http://schemas.microsoft.com/office/drawing/2014/main" id="{8CEEDC2B-10E5-B84E-633B-C6CBAD270C24}"/>
              </a:ext>
            </a:extLst>
          </p:cNvPr>
          <p:cNvGrpSpPr/>
          <p:nvPr/>
        </p:nvGrpSpPr>
        <p:grpSpPr>
          <a:xfrm>
            <a:off x="7214625" y="1335449"/>
            <a:ext cx="6023454" cy="379515"/>
            <a:chOff x="518475" y="1331740"/>
            <a:chExt cx="6023454" cy="379515"/>
          </a:xfrm>
        </p:grpSpPr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E6EAC89C-B6CD-CABE-194B-4AD7ED5C07D4}"/>
                </a:ext>
              </a:extLst>
            </p:cNvPr>
            <p:cNvSpPr/>
            <p:nvPr/>
          </p:nvSpPr>
          <p:spPr>
            <a:xfrm>
              <a:off x="5434886" y="1349439"/>
              <a:ext cx="1107043" cy="333934"/>
            </a:xfrm>
            <a:prstGeom prst="rect">
              <a:avLst/>
            </a:prstGeom>
            <a:solidFill>
              <a:schemeClr val="bg2">
                <a:lumMod val="50000"/>
                <a:alpha val="14902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en-US" altLang="zh-CN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Residual</a:t>
              </a:r>
              <a:endParaRPr lang="zh-CN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矩形 168">
              <a:extLst>
                <a:ext uri="{FF2B5EF4-FFF2-40B4-BE49-F238E27FC236}">
                  <a16:creationId xmlns:a16="http://schemas.microsoft.com/office/drawing/2014/main" id="{EFBDBEA3-FB81-36A6-D057-6E60CDED0C76}"/>
                </a:ext>
              </a:extLst>
            </p:cNvPr>
            <p:cNvSpPr/>
            <p:nvPr/>
          </p:nvSpPr>
          <p:spPr>
            <a:xfrm>
              <a:off x="3981734" y="1349439"/>
              <a:ext cx="1107043" cy="333934"/>
            </a:xfrm>
            <a:prstGeom prst="rect">
              <a:avLst/>
            </a:prstGeom>
            <a:solidFill>
              <a:schemeClr val="accent2">
                <a:lumMod val="75000"/>
                <a:alpha val="14902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en-US" altLang="zh-CN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Non-gen</a:t>
              </a:r>
              <a:endParaRPr lang="zh-CN" alt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376D839F-FCA3-6230-ADCF-4B5598C57A19}"/>
                </a:ext>
              </a:extLst>
            </p:cNvPr>
            <p:cNvSpPr/>
            <p:nvPr/>
          </p:nvSpPr>
          <p:spPr>
            <a:xfrm>
              <a:off x="2583780" y="1349439"/>
              <a:ext cx="1107043" cy="333934"/>
            </a:xfrm>
            <a:prstGeom prst="rect">
              <a:avLst/>
            </a:prstGeom>
            <a:solidFill>
              <a:schemeClr val="accent6">
                <a:lumMod val="75000"/>
                <a:alpha val="14902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</a:t>
              </a:r>
              <a:endParaRPr kumimoji="1" lang="zh-CN" altLang="en-US" sz="1801" dirty="0"/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EDDC1872-6147-2E9B-DAD0-3D7A4CF545FE}"/>
                </a:ext>
              </a:extLst>
            </p:cNvPr>
            <p:cNvSpPr/>
            <p:nvPr/>
          </p:nvSpPr>
          <p:spPr>
            <a:xfrm>
              <a:off x="518475" y="1349439"/>
              <a:ext cx="1799796" cy="333934"/>
            </a:xfrm>
            <a:prstGeom prst="rect">
              <a:avLst/>
            </a:prstGeom>
            <a:solidFill>
              <a:schemeClr val="accent4">
                <a:lumMod val="75000"/>
                <a:alpha val="14902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CN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All interactions</a:t>
              </a:r>
              <a:endParaRPr lang="zh-CN" altLang="en-U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文本框 171">
              <a:extLst>
                <a:ext uri="{FF2B5EF4-FFF2-40B4-BE49-F238E27FC236}">
                  <a16:creationId xmlns:a16="http://schemas.microsoft.com/office/drawing/2014/main" id="{F768D71F-20F5-A2CF-6DFC-A3E59F5AFE0C}"/>
                </a:ext>
              </a:extLst>
            </p:cNvPr>
            <p:cNvSpPr txBox="1"/>
            <p:nvPr/>
          </p:nvSpPr>
          <p:spPr>
            <a:xfrm>
              <a:off x="2295572" y="133174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=</a:t>
              </a:r>
              <a:endParaRPr kumimoji="1" lang="zh-CN" altLang="en-US" dirty="0"/>
            </a:p>
          </p:txBody>
        </p:sp>
        <p:sp>
          <p:nvSpPr>
            <p:cNvPr id="173" name="文本框 172">
              <a:extLst>
                <a:ext uri="{FF2B5EF4-FFF2-40B4-BE49-F238E27FC236}">
                  <a16:creationId xmlns:a16="http://schemas.microsoft.com/office/drawing/2014/main" id="{D0E69DBB-8254-61E9-4448-6B1983FF15F6}"/>
                </a:ext>
              </a:extLst>
            </p:cNvPr>
            <p:cNvSpPr txBox="1"/>
            <p:nvPr/>
          </p:nvSpPr>
          <p:spPr>
            <a:xfrm>
              <a:off x="3688626" y="133174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+</a:t>
              </a:r>
              <a:endParaRPr kumimoji="1" lang="zh-CN" altLang="en-US" dirty="0"/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E72C6EA5-E55C-1A8C-029F-53AB8F60B6C1}"/>
                </a:ext>
              </a:extLst>
            </p:cNvPr>
            <p:cNvSpPr txBox="1"/>
            <p:nvPr/>
          </p:nvSpPr>
          <p:spPr>
            <a:xfrm>
              <a:off x="5128617" y="134192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+</a:t>
              </a:r>
              <a:endParaRPr kumimoji="1" lang="zh-CN" altLang="en-US" dirty="0"/>
            </a:p>
          </p:txBody>
        </p:sp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A6EDFC66-5D07-76F7-2DC5-6C8067A433F1}"/>
              </a:ext>
            </a:extLst>
          </p:cNvPr>
          <p:cNvGrpSpPr/>
          <p:nvPr/>
        </p:nvGrpSpPr>
        <p:grpSpPr>
          <a:xfrm>
            <a:off x="518475" y="6039813"/>
            <a:ext cx="6023454" cy="379515"/>
            <a:chOff x="518475" y="1331740"/>
            <a:chExt cx="6023454" cy="379515"/>
          </a:xfrm>
        </p:grpSpPr>
        <p:sp>
          <p:nvSpPr>
            <p:cNvPr id="176" name="矩形 175">
              <a:extLst>
                <a:ext uri="{FF2B5EF4-FFF2-40B4-BE49-F238E27FC236}">
                  <a16:creationId xmlns:a16="http://schemas.microsoft.com/office/drawing/2014/main" id="{006BDF57-5C9C-F8D6-60F8-0A61979F9590}"/>
                </a:ext>
              </a:extLst>
            </p:cNvPr>
            <p:cNvSpPr/>
            <p:nvPr/>
          </p:nvSpPr>
          <p:spPr>
            <a:xfrm>
              <a:off x="5434886" y="1349439"/>
              <a:ext cx="1107043" cy="333934"/>
            </a:xfrm>
            <a:prstGeom prst="rect">
              <a:avLst/>
            </a:prstGeom>
            <a:solidFill>
              <a:schemeClr val="bg2">
                <a:lumMod val="50000"/>
                <a:alpha val="14902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en-US" altLang="zh-CN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Residual</a:t>
              </a:r>
              <a:endParaRPr lang="zh-CN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872EF578-9EC2-54E8-4A6C-F2B816B3D947}"/>
                </a:ext>
              </a:extLst>
            </p:cNvPr>
            <p:cNvSpPr/>
            <p:nvPr/>
          </p:nvSpPr>
          <p:spPr>
            <a:xfrm>
              <a:off x="3981734" y="1349439"/>
              <a:ext cx="1107043" cy="333934"/>
            </a:xfrm>
            <a:prstGeom prst="rect">
              <a:avLst/>
            </a:prstGeom>
            <a:solidFill>
              <a:schemeClr val="accent2">
                <a:lumMod val="75000"/>
                <a:alpha val="14902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en-US" altLang="zh-CN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Non-gen</a:t>
              </a:r>
              <a:endParaRPr lang="zh-CN" alt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矩形 177">
              <a:extLst>
                <a:ext uri="{FF2B5EF4-FFF2-40B4-BE49-F238E27FC236}">
                  <a16:creationId xmlns:a16="http://schemas.microsoft.com/office/drawing/2014/main" id="{5B3B5C72-7430-F2AC-BDBC-B29C49965CE6}"/>
                </a:ext>
              </a:extLst>
            </p:cNvPr>
            <p:cNvSpPr/>
            <p:nvPr/>
          </p:nvSpPr>
          <p:spPr>
            <a:xfrm>
              <a:off x="2583780" y="1349439"/>
              <a:ext cx="1107043" cy="333934"/>
            </a:xfrm>
            <a:prstGeom prst="rect">
              <a:avLst/>
            </a:prstGeom>
            <a:solidFill>
              <a:schemeClr val="accent6">
                <a:lumMod val="75000"/>
                <a:alpha val="14902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</a:t>
              </a:r>
              <a:endParaRPr kumimoji="1" lang="zh-CN" altLang="en-US" sz="1801" dirty="0"/>
            </a:p>
          </p:txBody>
        </p:sp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F8562665-31DB-3EC7-956C-5394E4374133}"/>
                </a:ext>
              </a:extLst>
            </p:cNvPr>
            <p:cNvSpPr/>
            <p:nvPr/>
          </p:nvSpPr>
          <p:spPr>
            <a:xfrm>
              <a:off x="518475" y="1349439"/>
              <a:ext cx="1799796" cy="333934"/>
            </a:xfrm>
            <a:prstGeom prst="rect">
              <a:avLst/>
            </a:prstGeom>
            <a:solidFill>
              <a:schemeClr val="accent4">
                <a:lumMod val="75000"/>
                <a:alpha val="14902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CN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All interactions</a:t>
              </a:r>
              <a:endParaRPr lang="zh-CN" altLang="en-U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F02624C7-2165-2823-687C-F01975C93D2D}"/>
                </a:ext>
              </a:extLst>
            </p:cNvPr>
            <p:cNvSpPr txBox="1"/>
            <p:nvPr/>
          </p:nvSpPr>
          <p:spPr>
            <a:xfrm>
              <a:off x="2295572" y="133174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=</a:t>
              </a:r>
              <a:endParaRPr kumimoji="1" lang="zh-CN" altLang="en-US" dirty="0"/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03101DA6-6B96-F03A-D156-B135CE3122D0}"/>
                </a:ext>
              </a:extLst>
            </p:cNvPr>
            <p:cNvSpPr txBox="1"/>
            <p:nvPr/>
          </p:nvSpPr>
          <p:spPr>
            <a:xfrm>
              <a:off x="3688626" y="133174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+</a:t>
              </a:r>
              <a:endParaRPr kumimoji="1" lang="zh-CN" altLang="en-US" dirty="0"/>
            </a:p>
          </p:txBody>
        </p:sp>
        <p:sp>
          <p:nvSpPr>
            <p:cNvPr id="182" name="文本框 181">
              <a:extLst>
                <a:ext uri="{FF2B5EF4-FFF2-40B4-BE49-F238E27FC236}">
                  <a16:creationId xmlns:a16="http://schemas.microsoft.com/office/drawing/2014/main" id="{089B7B18-F803-3F5A-947D-E1DE7F5E5D5B}"/>
                </a:ext>
              </a:extLst>
            </p:cNvPr>
            <p:cNvSpPr txBox="1"/>
            <p:nvPr/>
          </p:nvSpPr>
          <p:spPr>
            <a:xfrm>
              <a:off x="5128617" y="134192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+</a:t>
              </a:r>
              <a:endParaRPr kumimoji="1" lang="zh-CN" altLang="en-US" dirty="0"/>
            </a:p>
          </p:txBody>
        </p:sp>
      </p:grpSp>
      <p:grpSp>
        <p:nvGrpSpPr>
          <p:cNvPr id="183" name="组合 182">
            <a:extLst>
              <a:ext uri="{FF2B5EF4-FFF2-40B4-BE49-F238E27FC236}">
                <a16:creationId xmlns:a16="http://schemas.microsoft.com/office/drawing/2014/main" id="{593942B5-64A4-4C49-AB35-408C822B5AF9}"/>
              </a:ext>
            </a:extLst>
          </p:cNvPr>
          <p:cNvGrpSpPr/>
          <p:nvPr/>
        </p:nvGrpSpPr>
        <p:grpSpPr>
          <a:xfrm>
            <a:off x="7214625" y="6043522"/>
            <a:ext cx="6023454" cy="379515"/>
            <a:chOff x="518475" y="1331740"/>
            <a:chExt cx="6023454" cy="379515"/>
          </a:xfrm>
        </p:grpSpPr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6B157709-D95C-6E94-F354-499E6919CCC3}"/>
                </a:ext>
              </a:extLst>
            </p:cNvPr>
            <p:cNvSpPr/>
            <p:nvPr/>
          </p:nvSpPr>
          <p:spPr>
            <a:xfrm>
              <a:off x="5434886" y="1349439"/>
              <a:ext cx="1107043" cy="333934"/>
            </a:xfrm>
            <a:prstGeom prst="rect">
              <a:avLst/>
            </a:prstGeom>
            <a:solidFill>
              <a:schemeClr val="bg2">
                <a:lumMod val="50000"/>
                <a:alpha val="14902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en-US" altLang="zh-CN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Residual</a:t>
              </a:r>
              <a:endParaRPr lang="zh-CN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749E2DE5-C0AC-0D93-6569-4B51AF75E371}"/>
                </a:ext>
              </a:extLst>
            </p:cNvPr>
            <p:cNvSpPr/>
            <p:nvPr/>
          </p:nvSpPr>
          <p:spPr>
            <a:xfrm>
              <a:off x="3981734" y="1349439"/>
              <a:ext cx="1107043" cy="333934"/>
            </a:xfrm>
            <a:prstGeom prst="rect">
              <a:avLst/>
            </a:prstGeom>
            <a:solidFill>
              <a:schemeClr val="accent2">
                <a:lumMod val="75000"/>
                <a:alpha val="14902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en-US" altLang="zh-CN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Non-gen</a:t>
              </a:r>
              <a:endParaRPr lang="zh-CN" alt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E9CFB9D2-91F6-74D5-AE59-AB03F8844348}"/>
                </a:ext>
              </a:extLst>
            </p:cNvPr>
            <p:cNvSpPr/>
            <p:nvPr/>
          </p:nvSpPr>
          <p:spPr>
            <a:xfrm>
              <a:off x="2583780" y="1349439"/>
              <a:ext cx="1107043" cy="333934"/>
            </a:xfrm>
            <a:prstGeom prst="rect">
              <a:avLst/>
            </a:prstGeom>
            <a:solidFill>
              <a:schemeClr val="accent6">
                <a:lumMod val="75000"/>
                <a:alpha val="14902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</a:t>
              </a:r>
              <a:endParaRPr kumimoji="1" lang="zh-CN" altLang="en-US" sz="1801" dirty="0"/>
            </a:p>
          </p:txBody>
        </p:sp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E3D03DAF-802C-0E12-2288-1BC77603D02B}"/>
                </a:ext>
              </a:extLst>
            </p:cNvPr>
            <p:cNvSpPr/>
            <p:nvPr/>
          </p:nvSpPr>
          <p:spPr>
            <a:xfrm>
              <a:off x="518475" y="1349439"/>
              <a:ext cx="1799796" cy="333934"/>
            </a:xfrm>
            <a:prstGeom prst="rect">
              <a:avLst/>
            </a:prstGeom>
            <a:solidFill>
              <a:schemeClr val="accent4">
                <a:lumMod val="75000"/>
                <a:alpha val="14902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CN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All interactions</a:t>
              </a:r>
              <a:endParaRPr lang="zh-CN" altLang="en-U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文本框 187">
              <a:extLst>
                <a:ext uri="{FF2B5EF4-FFF2-40B4-BE49-F238E27FC236}">
                  <a16:creationId xmlns:a16="http://schemas.microsoft.com/office/drawing/2014/main" id="{E4627E06-0C1B-D439-D154-FF19C7B0FB61}"/>
                </a:ext>
              </a:extLst>
            </p:cNvPr>
            <p:cNvSpPr txBox="1"/>
            <p:nvPr/>
          </p:nvSpPr>
          <p:spPr>
            <a:xfrm>
              <a:off x="2295572" y="133174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=</a:t>
              </a:r>
              <a:endParaRPr kumimoji="1" lang="zh-CN" altLang="en-US" dirty="0"/>
            </a:p>
          </p:txBody>
        </p: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8DE9E1EA-8543-E502-1E2F-9A7E701E018E}"/>
                </a:ext>
              </a:extLst>
            </p:cNvPr>
            <p:cNvSpPr txBox="1"/>
            <p:nvPr/>
          </p:nvSpPr>
          <p:spPr>
            <a:xfrm>
              <a:off x="3688626" y="133174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+</a:t>
              </a:r>
              <a:endParaRPr kumimoji="1" lang="zh-CN" altLang="en-US" dirty="0"/>
            </a:p>
          </p:txBody>
        </p: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F20598C7-9677-22B4-6A39-DA4527749A77}"/>
                </a:ext>
              </a:extLst>
            </p:cNvPr>
            <p:cNvSpPr txBox="1"/>
            <p:nvPr/>
          </p:nvSpPr>
          <p:spPr>
            <a:xfrm>
              <a:off x="5128617" y="134192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+</a:t>
              </a:r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57640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25238</TotalTime>
  <Words>129</Words>
  <Application>Microsoft Macintosh PowerPoint</Application>
  <PresentationFormat>自定义</PresentationFormat>
  <Paragraphs>53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磊 程</dc:creator>
  <cp:lastModifiedBy>磊 程</cp:lastModifiedBy>
  <cp:revision>81</cp:revision>
  <cp:lastPrinted>2025-05-06T06:43:24Z</cp:lastPrinted>
  <dcterms:created xsi:type="dcterms:W3CDTF">2025-01-16T21:47:37Z</dcterms:created>
  <dcterms:modified xsi:type="dcterms:W3CDTF">2026-06-27T04:04:19Z</dcterms:modified>
</cp:coreProperties>
</file>
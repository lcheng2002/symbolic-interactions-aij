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notesMasterIdLst>
    <p:notesMasterId r:id="rId3"/>
  </p:notesMasterIdLst>
  <p:sldIdLst>
    <p:sldId id="292" r:id="rId2"/>
  </p:sldIdLst>
  <p:sldSz cx="14400213" cy="1313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3E13263-2738-5C48-88A7-742FCB226D15}">
          <p14:sldIdLst>
            <p14:sldId id="292"/>
          </p14:sldIdLst>
        </p14:section>
        <p14:section name="icml" id="{51BFC681-E8E4-6442-86B6-F59BBAE832B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F1A7B8"/>
    <a:srgbClr val="EFE1C0"/>
    <a:srgbClr val="77DCDD"/>
    <a:srgbClr val="EDA4DD"/>
    <a:srgbClr val="A80000"/>
    <a:srgbClr val="0C62EB"/>
    <a:srgbClr val="000000"/>
    <a:srgbClr val="12893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491" autoAdjust="0"/>
    <p:restoredTop sz="81088" autoAdjust="0"/>
  </p:normalViewPr>
  <p:slideViewPr>
    <p:cSldViewPr snapToGrid="0" showGuides="1">
      <p:cViewPr varScale="1">
        <p:scale>
          <a:sx n="51" d="100"/>
          <a:sy n="51" d="100"/>
        </p:scale>
        <p:origin x="349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476BD-48CA-4E31-A88D-4874B0DC58A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738313" y="1143000"/>
            <a:ext cx="3381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3F866-DD84-4EAF-9ACC-B08D73E8B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54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1pPr>
    <a:lvl2pPr marL="237607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2pPr>
    <a:lvl3pPr marL="475214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3pPr>
    <a:lvl4pPr marL="712821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4pPr>
    <a:lvl5pPr marL="950427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5pPr>
    <a:lvl6pPr marL="1188034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6pPr>
    <a:lvl7pPr marL="1425641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7pPr>
    <a:lvl8pPr marL="1663248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8pPr>
    <a:lvl9pPr marL="1900855" algn="l" defTabSz="475214" rtl="0" eaLnBrk="1" latinLnBrk="0" hangingPunct="1">
      <a:defRPr sz="6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93BA-DAF2-F300-F600-6840B76C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853A06-74DB-78A1-DC10-3A373B016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38313" y="1143000"/>
            <a:ext cx="338137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0C6CBC-BFFB-09A0-51FF-25CE45387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F366D-BAB4-998E-1EC3-C88C35FE7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716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150417"/>
            <a:ext cx="12240181" cy="4574575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6901405"/>
            <a:ext cx="10800160" cy="3172394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5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08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275814"/>
            <a:ext cx="12420184" cy="5465765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8793287"/>
            <a:ext cx="12420184" cy="287431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44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497847"/>
            <a:ext cx="6120091" cy="83370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497847"/>
            <a:ext cx="6120091" cy="83370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44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699572"/>
            <a:ext cx="12420184" cy="253974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221062"/>
            <a:ext cx="6091964" cy="1578593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4799654"/>
            <a:ext cx="6091964" cy="70595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221062"/>
            <a:ext cx="6121966" cy="1578593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4799654"/>
            <a:ext cx="6121966" cy="70595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72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12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68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875982"/>
            <a:ext cx="4644444" cy="306593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891882"/>
            <a:ext cx="7290108" cy="9337730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941921"/>
            <a:ext cx="4644444" cy="7302897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50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875982"/>
            <a:ext cx="4644444" cy="306593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891882"/>
            <a:ext cx="7290108" cy="9337730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941921"/>
            <a:ext cx="4644444" cy="7302897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17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74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699569"/>
            <a:ext cx="3105046" cy="111353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699569"/>
            <a:ext cx="9135135" cy="1113532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850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699572"/>
            <a:ext cx="12420184" cy="2539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497847"/>
            <a:ext cx="12420184" cy="8337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2178594"/>
            <a:ext cx="3240048" cy="6995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B3AE4-A5CA-47AA-8DFB-BE309A19301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2178594"/>
            <a:ext cx="4860072" cy="6995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2178594"/>
            <a:ext cx="3240048" cy="6995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0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.emf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6B07-2A6E-1F4D-580A-514301EC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矩形: 圆角 36">
            <a:extLst>
              <a:ext uri="{FF2B5EF4-FFF2-40B4-BE49-F238E27FC236}">
                <a16:creationId xmlns:a16="http://schemas.microsoft.com/office/drawing/2014/main" id="{6E8AD794-F44D-E466-7B87-72CD462BC7DB}"/>
              </a:ext>
            </a:extLst>
          </p:cNvPr>
          <p:cNvSpPr/>
          <p:nvPr/>
        </p:nvSpPr>
        <p:spPr>
          <a:xfrm>
            <a:off x="1126491" y="92345"/>
            <a:ext cx="6594770" cy="642843"/>
          </a:xfrm>
          <a:prstGeom prst="roundRect">
            <a:avLst>
              <a:gd name="adj" fmla="val 24538"/>
            </a:avLst>
          </a:prstGeom>
          <a:solidFill>
            <a:srgbClr val="DEEBF7">
              <a:alpha val="6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(a) Tracking the distributions of newly emerged interactions when we injected more non-generalizable representations 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to DNN’s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parameters.</a:t>
            </a:r>
          </a:p>
        </p:txBody>
      </p:sp>
      <p:sp>
        <p:nvSpPr>
          <p:cNvPr id="159" name="矩形: 圆角 36">
            <a:extLst>
              <a:ext uri="{FF2B5EF4-FFF2-40B4-BE49-F238E27FC236}">
                <a16:creationId xmlns:a16="http://schemas.microsoft.com/office/drawing/2014/main" id="{373F8528-B061-8BD5-3E6A-4C627E83B7C2}"/>
              </a:ext>
            </a:extLst>
          </p:cNvPr>
          <p:cNvSpPr/>
          <p:nvPr/>
        </p:nvSpPr>
        <p:spPr>
          <a:xfrm>
            <a:off x="7805443" y="89695"/>
            <a:ext cx="6594770" cy="642843"/>
          </a:xfrm>
          <a:prstGeom prst="roundRect">
            <a:avLst>
              <a:gd name="adj" fmla="val 24538"/>
            </a:avLst>
          </a:prstGeom>
          <a:solidFill>
            <a:srgbClr val="DEEBF7">
              <a:alpha val="6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(b) Tracking the distributions of newly emerged interactions when we injected more non-generalizable representations 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to input samples.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5C5897-6D9D-FFAB-B124-3EBA4014F0D9}"/>
              </a:ext>
            </a:extLst>
          </p:cNvPr>
          <p:cNvSpPr txBox="1"/>
          <p:nvPr/>
        </p:nvSpPr>
        <p:spPr>
          <a:xfrm>
            <a:off x="-11907" y="3284063"/>
            <a:ext cx="1591163" cy="72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ResNet-20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E9AB0E-E41B-CAF3-B728-C85C18D21348}"/>
              </a:ext>
            </a:extLst>
          </p:cNvPr>
          <p:cNvSpPr txBox="1"/>
          <p:nvPr/>
        </p:nvSpPr>
        <p:spPr>
          <a:xfrm>
            <a:off x="108669" y="4667675"/>
            <a:ext cx="1350013" cy="72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VGG-11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223A39-C854-115A-72F4-C8F2E68C04FC}"/>
              </a:ext>
            </a:extLst>
          </p:cNvPr>
          <p:cNvSpPr txBox="1"/>
          <p:nvPr/>
        </p:nvSpPr>
        <p:spPr>
          <a:xfrm>
            <a:off x="108669" y="1900450"/>
            <a:ext cx="1350013" cy="72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ResNet-20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MNIST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右箭头 33">
            <a:extLst>
              <a:ext uri="{FF2B5EF4-FFF2-40B4-BE49-F238E27FC236}">
                <a16:creationId xmlns:a16="http://schemas.microsoft.com/office/drawing/2014/main" id="{C9977BE9-ACD7-71AA-B0A9-0FB03D694E77}"/>
              </a:ext>
            </a:extLst>
          </p:cNvPr>
          <p:cNvSpPr/>
          <p:nvPr/>
        </p:nvSpPr>
        <p:spPr>
          <a:xfrm>
            <a:off x="1455804" y="1034832"/>
            <a:ext cx="6349643" cy="184788"/>
          </a:xfrm>
          <a:prstGeom prst="rightArrow">
            <a:avLst/>
          </a:prstGeom>
          <a:gradFill flip="none" rotWithShape="1">
            <a:gsLst>
              <a:gs pos="4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3A43EB9-25A9-6E8C-6DC9-0F5C1E38EB25}"/>
                  </a:ext>
                </a:extLst>
              </p:cNvPr>
              <p:cNvSpPr txBox="1"/>
              <p:nvPr/>
            </p:nvSpPr>
            <p:spPr>
              <a:xfrm>
                <a:off x="3130531" y="735306"/>
                <a:ext cx="3000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chemeClr val="accent1"/>
                    </a:solidFill>
                  </a:rPr>
                  <a:t>Increasing</a:t>
                </a:r>
                <a:r>
                  <a:rPr kumimoji="1" lang="zh-CN" altLang="en-US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chemeClr val="accent1"/>
                    </a:solidFill>
                  </a:rPr>
                  <a:t>noise</a:t>
                </a:r>
                <a:r>
                  <a:rPr kumimoji="1" lang="zh-CN" altLang="en-US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chemeClr val="accent1"/>
                    </a:solidFill>
                  </a:rPr>
                  <a:t>magnitude</a:t>
                </a:r>
                <a:r>
                  <a:rPr kumimoji="1" lang="zh-CN" altLang="en-US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kumimoji="1"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3A43EB9-25A9-6E8C-6DC9-0F5C1E38E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531" y="735306"/>
                <a:ext cx="3000180" cy="369332"/>
              </a:xfrm>
              <a:prstGeom prst="rect">
                <a:avLst/>
              </a:prstGeom>
              <a:blipFill>
                <a:blip r:embed="rId3"/>
                <a:stretch>
                  <a:fillRect l="-1688" t="-10345" b="-27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右箭头 38">
            <a:extLst>
              <a:ext uri="{FF2B5EF4-FFF2-40B4-BE49-F238E27FC236}">
                <a16:creationId xmlns:a16="http://schemas.microsoft.com/office/drawing/2014/main" id="{119B355A-D58B-32D7-B70F-8BB7747EF178}"/>
              </a:ext>
            </a:extLst>
          </p:cNvPr>
          <p:cNvSpPr/>
          <p:nvPr/>
        </p:nvSpPr>
        <p:spPr>
          <a:xfrm>
            <a:off x="8028580" y="1032182"/>
            <a:ext cx="6349643" cy="184788"/>
          </a:xfrm>
          <a:prstGeom prst="rightArrow">
            <a:avLst/>
          </a:prstGeom>
          <a:gradFill flip="none" rotWithShape="1">
            <a:gsLst>
              <a:gs pos="4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4D12AE7-E413-F561-CFA4-13490C80910A}"/>
                  </a:ext>
                </a:extLst>
              </p:cNvPr>
              <p:cNvSpPr txBox="1"/>
              <p:nvPr/>
            </p:nvSpPr>
            <p:spPr>
              <a:xfrm>
                <a:off x="9703307" y="732656"/>
                <a:ext cx="3000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chemeClr val="accent1"/>
                    </a:solidFill>
                  </a:rPr>
                  <a:t>Increasing</a:t>
                </a:r>
                <a:r>
                  <a:rPr kumimoji="1" lang="zh-CN" altLang="en-US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chemeClr val="accent1"/>
                    </a:solidFill>
                  </a:rPr>
                  <a:t>noise</a:t>
                </a:r>
                <a:r>
                  <a:rPr kumimoji="1" lang="zh-CN" altLang="en-US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chemeClr val="accent1"/>
                    </a:solidFill>
                  </a:rPr>
                  <a:t>magnitude</a:t>
                </a:r>
                <a:r>
                  <a:rPr kumimoji="1" lang="zh-CN" altLang="en-US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kumimoji="1"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4D12AE7-E413-F561-CFA4-13490C809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3307" y="732656"/>
                <a:ext cx="3000180" cy="369332"/>
              </a:xfrm>
              <a:prstGeom prst="rect">
                <a:avLst/>
              </a:prstGeom>
              <a:blipFill>
                <a:blip r:embed="rId4"/>
                <a:stretch>
                  <a:fillRect l="-2110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D0002CD-3636-67A9-8BF8-5147287E5A2A}"/>
                  </a:ext>
                </a:extLst>
              </p:cNvPr>
              <p:cNvSpPr txBox="1"/>
              <p:nvPr/>
            </p:nvSpPr>
            <p:spPr>
              <a:xfrm>
                <a:off x="1673249" y="1212219"/>
                <a:ext cx="1241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D0002CD-3636-67A9-8BF8-5147287E5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249" y="1212219"/>
                <a:ext cx="12411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FE9B962-F3FF-2F10-AC4A-6DDB3ECF533B}"/>
                  </a:ext>
                </a:extLst>
              </p:cNvPr>
              <p:cNvSpPr txBox="1"/>
              <p:nvPr/>
            </p:nvSpPr>
            <p:spPr>
              <a:xfrm>
                <a:off x="3268519" y="1212219"/>
                <a:ext cx="1241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FE9B962-F3FF-2F10-AC4A-6DDB3ECF5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519" y="1212219"/>
                <a:ext cx="124117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A16530F-C556-A449-8310-46E974667771}"/>
                  </a:ext>
                </a:extLst>
              </p:cNvPr>
              <p:cNvSpPr txBox="1"/>
              <p:nvPr/>
            </p:nvSpPr>
            <p:spPr>
              <a:xfrm>
                <a:off x="4863789" y="1212219"/>
                <a:ext cx="1241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=0.03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A16530F-C556-A449-8310-46E974667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789" y="1212219"/>
                <a:ext cx="12411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CAA51C8-A430-B5F1-9C11-344131AFA19B}"/>
                  </a:ext>
                </a:extLst>
              </p:cNvPr>
              <p:cNvSpPr txBox="1"/>
              <p:nvPr/>
            </p:nvSpPr>
            <p:spPr>
              <a:xfrm>
                <a:off x="6459058" y="1212219"/>
                <a:ext cx="1241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=0.04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CAA51C8-A430-B5F1-9C11-344131AFA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058" y="1212219"/>
                <a:ext cx="124117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AF9FE3E-F2D1-0EC5-BA7D-1D37A2062AA8}"/>
                  </a:ext>
                </a:extLst>
              </p:cNvPr>
              <p:cNvSpPr txBox="1"/>
              <p:nvPr/>
            </p:nvSpPr>
            <p:spPr>
              <a:xfrm>
                <a:off x="7946233" y="1212219"/>
                <a:ext cx="1487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=1/255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AF9FE3E-F2D1-0EC5-BA7D-1D37A2062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233" y="1212219"/>
                <a:ext cx="1487178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99CDAE-E077-780E-1677-06236FC53EAF}"/>
                  </a:ext>
                </a:extLst>
              </p:cNvPr>
              <p:cNvSpPr txBox="1"/>
              <p:nvPr/>
            </p:nvSpPr>
            <p:spPr>
              <a:xfrm>
                <a:off x="9536674" y="1212219"/>
                <a:ext cx="1487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=2/255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99CDAE-E077-780E-1677-06236FC53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6674" y="1212219"/>
                <a:ext cx="1487178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6CADED8-887B-3B31-CEB6-E608FD4A0670}"/>
                  </a:ext>
                </a:extLst>
              </p:cNvPr>
              <p:cNvSpPr txBox="1"/>
              <p:nvPr/>
            </p:nvSpPr>
            <p:spPr>
              <a:xfrm>
                <a:off x="11127115" y="1212219"/>
                <a:ext cx="14871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=3/255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6CADED8-887B-3B31-CEB6-E608FD4A0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115" y="1212219"/>
                <a:ext cx="1487177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451AB9-DF19-D459-6628-6A46972C5AD4}"/>
                  </a:ext>
                </a:extLst>
              </p:cNvPr>
              <p:cNvSpPr txBox="1"/>
              <p:nvPr/>
            </p:nvSpPr>
            <p:spPr>
              <a:xfrm>
                <a:off x="12717556" y="1212219"/>
                <a:ext cx="1546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=4/255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451AB9-DF19-D459-6628-6A46972C5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7556" y="1212219"/>
                <a:ext cx="1546983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CFE03EDE-71A5-8973-CC75-8C740BDAAA8D}"/>
              </a:ext>
            </a:extLst>
          </p:cNvPr>
          <p:cNvSpPr txBox="1"/>
          <p:nvPr/>
        </p:nvSpPr>
        <p:spPr>
          <a:xfrm>
            <a:off x="55253" y="6591654"/>
            <a:ext cx="1456842" cy="72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Qwen2.5-7B on Finance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892D9C-074F-01AA-AF86-8B4AB9FF86FD}"/>
              </a:ext>
            </a:extLst>
          </p:cNvPr>
          <p:cNvSpPr txBox="1"/>
          <p:nvPr/>
        </p:nvSpPr>
        <p:spPr>
          <a:xfrm>
            <a:off x="55253" y="8019764"/>
            <a:ext cx="1456842" cy="72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Llama-3-8B on Finance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30B330-AE45-49E2-ABE1-7F63F8399FEE}"/>
              </a:ext>
            </a:extLst>
          </p:cNvPr>
          <p:cNvSpPr txBox="1"/>
          <p:nvPr/>
        </p:nvSpPr>
        <p:spPr>
          <a:xfrm>
            <a:off x="94001" y="10875984"/>
            <a:ext cx="1379349" cy="72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Phi-4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-14B</a:t>
            </a:r>
            <a:r>
              <a:rPr kumimoji="1"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 on Finance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377F83-B741-4D71-D476-2F10D0965DB6}"/>
              </a:ext>
            </a:extLst>
          </p:cNvPr>
          <p:cNvSpPr txBox="1"/>
          <p:nvPr/>
        </p:nvSpPr>
        <p:spPr>
          <a:xfrm>
            <a:off x="94001" y="9447874"/>
            <a:ext cx="1379349" cy="72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GLM-Z1-9B on Finance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EA24F76-F327-A593-7D00-88406179A93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455001" y="1516500"/>
            <a:ext cx="12918545" cy="11542236"/>
          </a:xfrm>
          <a:prstGeom prst="rect">
            <a:avLst/>
          </a:prstGeom>
        </p:spPr>
      </p:pic>
      <p:sp>
        <p:nvSpPr>
          <p:cNvPr id="29" name="右箭头 28">
            <a:extLst>
              <a:ext uri="{FF2B5EF4-FFF2-40B4-BE49-F238E27FC236}">
                <a16:creationId xmlns:a16="http://schemas.microsoft.com/office/drawing/2014/main" id="{8F89D68E-3B1C-A573-8233-423CB6A52C8D}"/>
              </a:ext>
            </a:extLst>
          </p:cNvPr>
          <p:cNvSpPr/>
          <p:nvPr/>
        </p:nvSpPr>
        <p:spPr>
          <a:xfrm>
            <a:off x="1451128" y="5858440"/>
            <a:ext cx="6349643" cy="184788"/>
          </a:xfrm>
          <a:prstGeom prst="rightArrow">
            <a:avLst/>
          </a:prstGeom>
          <a:gradFill flip="none" rotWithShape="1">
            <a:gsLst>
              <a:gs pos="4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F04ED136-74A5-AB05-BD00-AB531B19891A}"/>
              </a:ext>
            </a:extLst>
          </p:cNvPr>
          <p:cNvSpPr/>
          <p:nvPr/>
        </p:nvSpPr>
        <p:spPr>
          <a:xfrm>
            <a:off x="8023904" y="5855790"/>
            <a:ext cx="6349643" cy="184788"/>
          </a:xfrm>
          <a:prstGeom prst="rightArrow">
            <a:avLst/>
          </a:prstGeom>
          <a:gradFill flip="none" rotWithShape="1">
            <a:gsLst>
              <a:gs pos="4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5A61FB9-418E-A99E-4BA8-A2FE1E7056A3}"/>
                  </a:ext>
                </a:extLst>
              </p:cNvPr>
              <p:cNvSpPr txBox="1"/>
              <p:nvPr/>
            </p:nvSpPr>
            <p:spPr>
              <a:xfrm>
                <a:off x="1632252" y="6034284"/>
                <a:ext cx="1436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=1×</m:t>
                      </m:r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5A61FB9-418E-A99E-4BA8-A2FE1E705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52" y="6034284"/>
                <a:ext cx="143640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1D689E7-373A-ECD1-0334-959D67C0C756}"/>
                  </a:ext>
                </a:extLst>
              </p:cNvPr>
              <p:cNvSpPr txBox="1"/>
              <p:nvPr/>
            </p:nvSpPr>
            <p:spPr>
              <a:xfrm>
                <a:off x="3214889" y="6034284"/>
                <a:ext cx="1436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=3×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1D689E7-373A-ECD1-0334-959D67C0C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889" y="6034284"/>
                <a:ext cx="143640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E6C63FB-26FA-3F70-71D1-4CBE9EA1712E}"/>
                  </a:ext>
                </a:extLst>
              </p:cNvPr>
              <p:cNvSpPr txBox="1"/>
              <p:nvPr/>
            </p:nvSpPr>
            <p:spPr>
              <a:xfrm>
                <a:off x="4797526" y="6034284"/>
                <a:ext cx="1436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=1×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E6C63FB-26FA-3F70-71D1-4CBE9EA17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526" y="6034284"/>
                <a:ext cx="143640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CAF4BF7-1836-E1B6-8F24-E050B6DFCA9B}"/>
                  </a:ext>
                </a:extLst>
              </p:cNvPr>
              <p:cNvSpPr txBox="1"/>
              <p:nvPr/>
            </p:nvSpPr>
            <p:spPr>
              <a:xfrm>
                <a:off x="6380163" y="6034284"/>
                <a:ext cx="1436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=3×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CAF4BF7-1836-E1B6-8F24-E050B6DFC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163" y="6034284"/>
                <a:ext cx="143636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E63B1A1-D013-23DF-83A2-180D1AF511C5}"/>
                  </a:ext>
                </a:extLst>
              </p:cNvPr>
              <p:cNvSpPr txBox="1"/>
              <p:nvPr/>
            </p:nvSpPr>
            <p:spPr>
              <a:xfrm>
                <a:off x="8054922" y="6034284"/>
                <a:ext cx="1436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=1×</m:t>
                      </m:r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E63B1A1-D013-23DF-83A2-180D1AF51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922" y="6034284"/>
                <a:ext cx="143640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B4CE04E-F925-1839-AB2F-21F065F7DF77}"/>
                  </a:ext>
                </a:extLst>
              </p:cNvPr>
              <p:cNvSpPr txBox="1"/>
              <p:nvPr/>
            </p:nvSpPr>
            <p:spPr>
              <a:xfrm>
                <a:off x="9637559" y="6034284"/>
                <a:ext cx="1436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=3×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B4CE04E-F925-1839-AB2F-21F065F7D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559" y="6034284"/>
                <a:ext cx="143640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6113951-05D9-72A7-8E1D-9ADFF3649073}"/>
                  </a:ext>
                </a:extLst>
              </p:cNvPr>
              <p:cNvSpPr txBox="1"/>
              <p:nvPr/>
            </p:nvSpPr>
            <p:spPr>
              <a:xfrm>
                <a:off x="11220196" y="6034284"/>
                <a:ext cx="1436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=1×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6113951-05D9-72A7-8E1D-9ADFF364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0196" y="6034284"/>
                <a:ext cx="143640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F7406C3B-3429-4F7F-E5B4-CD7DEB16DA55}"/>
                  </a:ext>
                </a:extLst>
              </p:cNvPr>
              <p:cNvSpPr txBox="1"/>
              <p:nvPr/>
            </p:nvSpPr>
            <p:spPr>
              <a:xfrm>
                <a:off x="12802833" y="6034284"/>
                <a:ext cx="1436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=3×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F7406C3B-3429-4F7F-E5B4-CD7DEB16D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2833" y="6034284"/>
                <a:ext cx="143636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640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27684</TotalTime>
  <Words>147</Words>
  <Application>Microsoft Macintosh PowerPoint</Application>
  <PresentationFormat>自定义</PresentationFormat>
  <Paragraphs>28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程</dc:creator>
  <cp:lastModifiedBy>磊 程</cp:lastModifiedBy>
  <cp:revision>88</cp:revision>
  <cp:lastPrinted>2025-05-06T06:43:24Z</cp:lastPrinted>
  <dcterms:created xsi:type="dcterms:W3CDTF">2025-01-16T21:47:37Z</dcterms:created>
  <dcterms:modified xsi:type="dcterms:W3CDTF">2026-07-27T09:02:07Z</dcterms:modified>
</cp:coreProperties>
</file>